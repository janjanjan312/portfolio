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25992138" cy="12204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40B"/>
    <a:srgbClr val="000103"/>
    <a:srgbClr val="000119"/>
    <a:srgbClr val="00040A"/>
    <a:srgbClr val="000447"/>
    <a:srgbClr val="000B1C"/>
    <a:srgbClr val="00112A"/>
    <a:srgbClr val="000B57"/>
    <a:srgbClr val="0049AE"/>
    <a:srgbClr val="0A13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70"/>
    <p:restoredTop sz="94660"/>
  </p:normalViewPr>
  <p:slideViewPr>
    <p:cSldViewPr snapToGrid="0">
      <p:cViewPr>
        <p:scale>
          <a:sx n="45" d="100"/>
          <a:sy n="45" d="100"/>
        </p:scale>
        <p:origin x="464" y="1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49017" y="1997390"/>
            <a:ext cx="19494104" cy="4249044"/>
          </a:xfrm>
        </p:spPr>
        <p:txBody>
          <a:bodyPr anchor="b"/>
          <a:lstStyle>
            <a:lvl1pPr algn="ctr">
              <a:defRPr sz="1067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49017" y="6410294"/>
            <a:ext cx="19494104" cy="2946643"/>
          </a:xfrm>
        </p:spPr>
        <p:txBody>
          <a:bodyPr/>
          <a:lstStyle>
            <a:lvl1pPr marL="0" indent="0" algn="ctr">
              <a:buNone/>
              <a:defRPr sz="4271"/>
            </a:lvl1pPr>
            <a:lvl2pPr marL="813633" indent="0" algn="ctr">
              <a:buNone/>
              <a:defRPr sz="3559"/>
            </a:lvl2pPr>
            <a:lvl3pPr marL="1627266" indent="0" algn="ctr">
              <a:buNone/>
              <a:defRPr sz="3203"/>
            </a:lvl3pPr>
            <a:lvl4pPr marL="2440899" indent="0" algn="ctr">
              <a:buNone/>
              <a:defRPr sz="2847"/>
            </a:lvl4pPr>
            <a:lvl5pPr marL="3254532" indent="0" algn="ctr">
              <a:buNone/>
              <a:defRPr sz="2847"/>
            </a:lvl5pPr>
            <a:lvl6pPr marL="4068166" indent="0" algn="ctr">
              <a:buNone/>
              <a:defRPr sz="2847"/>
            </a:lvl6pPr>
            <a:lvl7pPr marL="4881799" indent="0" algn="ctr">
              <a:buNone/>
              <a:defRPr sz="2847"/>
            </a:lvl7pPr>
            <a:lvl8pPr marL="5695432" indent="0" algn="ctr">
              <a:buNone/>
              <a:defRPr sz="2847"/>
            </a:lvl8pPr>
            <a:lvl9pPr marL="6509065" indent="0" algn="ctr">
              <a:buNone/>
              <a:defRPr sz="284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6236-42D1-6D41-98F7-ECB7216278C9}" type="datetimeFigureOut">
              <a:rPr kumimoji="1" lang="zh-CN" altLang="en-US" smtClean="0"/>
              <a:t>2026/3/10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76462-9694-9644-9DEE-F4ED9F91557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79553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6236-42D1-6D41-98F7-ECB7216278C9}" type="datetimeFigureOut">
              <a:rPr kumimoji="1" lang="zh-CN" altLang="en-US" smtClean="0"/>
              <a:t>2026/3/10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76462-9694-9644-9DEE-F4ED9F91557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67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3422" y="3042701"/>
            <a:ext cx="22418219" cy="5076815"/>
          </a:xfrm>
        </p:spPr>
        <p:txBody>
          <a:bodyPr anchor="b"/>
          <a:lstStyle>
            <a:lvl1pPr>
              <a:defRPr sz="1067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3422" y="8167545"/>
            <a:ext cx="22418219" cy="2669777"/>
          </a:xfrm>
        </p:spPr>
        <p:txBody>
          <a:bodyPr/>
          <a:lstStyle>
            <a:lvl1pPr marL="0" indent="0">
              <a:buNone/>
              <a:defRPr sz="4271">
                <a:solidFill>
                  <a:schemeClr val="tx1">
                    <a:tint val="82000"/>
                  </a:schemeClr>
                </a:solidFill>
              </a:defRPr>
            </a:lvl1pPr>
            <a:lvl2pPr marL="813633" indent="0">
              <a:buNone/>
              <a:defRPr sz="3559">
                <a:solidFill>
                  <a:schemeClr val="tx1">
                    <a:tint val="82000"/>
                  </a:schemeClr>
                </a:solidFill>
              </a:defRPr>
            </a:lvl2pPr>
            <a:lvl3pPr marL="1627266" indent="0">
              <a:buNone/>
              <a:defRPr sz="3203">
                <a:solidFill>
                  <a:schemeClr val="tx1">
                    <a:tint val="82000"/>
                  </a:schemeClr>
                </a:solidFill>
              </a:defRPr>
            </a:lvl3pPr>
            <a:lvl4pPr marL="2440899" indent="0">
              <a:buNone/>
              <a:defRPr sz="2847">
                <a:solidFill>
                  <a:schemeClr val="tx1">
                    <a:tint val="82000"/>
                  </a:schemeClr>
                </a:solidFill>
              </a:defRPr>
            </a:lvl4pPr>
            <a:lvl5pPr marL="3254532" indent="0">
              <a:buNone/>
              <a:defRPr sz="2847">
                <a:solidFill>
                  <a:schemeClr val="tx1">
                    <a:tint val="82000"/>
                  </a:schemeClr>
                </a:solidFill>
              </a:defRPr>
            </a:lvl5pPr>
            <a:lvl6pPr marL="4068166" indent="0">
              <a:buNone/>
              <a:defRPr sz="2847">
                <a:solidFill>
                  <a:schemeClr val="tx1">
                    <a:tint val="82000"/>
                  </a:schemeClr>
                </a:solidFill>
              </a:defRPr>
            </a:lvl6pPr>
            <a:lvl7pPr marL="4881799" indent="0">
              <a:buNone/>
              <a:defRPr sz="2847">
                <a:solidFill>
                  <a:schemeClr val="tx1">
                    <a:tint val="82000"/>
                  </a:schemeClr>
                </a:solidFill>
              </a:defRPr>
            </a:lvl7pPr>
            <a:lvl8pPr marL="5695432" indent="0">
              <a:buNone/>
              <a:defRPr sz="2847">
                <a:solidFill>
                  <a:schemeClr val="tx1">
                    <a:tint val="82000"/>
                  </a:schemeClr>
                </a:solidFill>
              </a:defRPr>
            </a:lvl8pPr>
            <a:lvl9pPr marL="6509065" indent="0">
              <a:buNone/>
              <a:defRPr sz="284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6236-42D1-6D41-98F7-ECB7216278C9}" type="datetimeFigureOut">
              <a:rPr kumimoji="1" lang="zh-CN" altLang="en-US" smtClean="0"/>
              <a:t>2026/3/10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76462-9694-9644-9DEE-F4ED9F91557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2748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86959" y="3248936"/>
            <a:ext cx="11046659" cy="77437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158520" y="3248936"/>
            <a:ext cx="11046659" cy="77437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6236-42D1-6D41-98F7-ECB7216278C9}" type="datetimeFigureOut">
              <a:rPr kumimoji="1" lang="zh-CN" altLang="en-US" smtClean="0"/>
              <a:t>2026/3/10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76462-9694-9644-9DEE-F4ED9F91557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7240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345" y="649788"/>
            <a:ext cx="22418219" cy="235901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90346" y="2991848"/>
            <a:ext cx="10995892" cy="1466258"/>
          </a:xfrm>
        </p:spPr>
        <p:txBody>
          <a:bodyPr anchor="b"/>
          <a:lstStyle>
            <a:lvl1pPr marL="0" indent="0">
              <a:buNone/>
              <a:defRPr sz="4271" b="1"/>
            </a:lvl1pPr>
            <a:lvl2pPr marL="813633" indent="0">
              <a:buNone/>
              <a:defRPr sz="3559" b="1"/>
            </a:lvl2pPr>
            <a:lvl3pPr marL="1627266" indent="0">
              <a:buNone/>
              <a:defRPr sz="3203" b="1"/>
            </a:lvl3pPr>
            <a:lvl4pPr marL="2440899" indent="0">
              <a:buNone/>
              <a:defRPr sz="2847" b="1"/>
            </a:lvl4pPr>
            <a:lvl5pPr marL="3254532" indent="0">
              <a:buNone/>
              <a:defRPr sz="2847" b="1"/>
            </a:lvl5pPr>
            <a:lvl6pPr marL="4068166" indent="0">
              <a:buNone/>
              <a:defRPr sz="2847" b="1"/>
            </a:lvl6pPr>
            <a:lvl7pPr marL="4881799" indent="0">
              <a:buNone/>
              <a:defRPr sz="2847" b="1"/>
            </a:lvl7pPr>
            <a:lvl8pPr marL="5695432" indent="0">
              <a:buNone/>
              <a:defRPr sz="2847" b="1"/>
            </a:lvl8pPr>
            <a:lvl9pPr marL="6509065" indent="0">
              <a:buNone/>
              <a:defRPr sz="284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90346" y="4458106"/>
            <a:ext cx="10995892" cy="655720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158520" y="2991848"/>
            <a:ext cx="11050044" cy="1466258"/>
          </a:xfrm>
        </p:spPr>
        <p:txBody>
          <a:bodyPr anchor="b"/>
          <a:lstStyle>
            <a:lvl1pPr marL="0" indent="0">
              <a:buNone/>
              <a:defRPr sz="4271" b="1"/>
            </a:lvl1pPr>
            <a:lvl2pPr marL="813633" indent="0">
              <a:buNone/>
              <a:defRPr sz="3559" b="1"/>
            </a:lvl2pPr>
            <a:lvl3pPr marL="1627266" indent="0">
              <a:buNone/>
              <a:defRPr sz="3203" b="1"/>
            </a:lvl3pPr>
            <a:lvl4pPr marL="2440899" indent="0">
              <a:buNone/>
              <a:defRPr sz="2847" b="1"/>
            </a:lvl4pPr>
            <a:lvl5pPr marL="3254532" indent="0">
              <a:buNone/>
              <a:defRPr sz="2847" b="1"/>
            </a:lvl5pPr>
            <a:lvl6pPr marL="4068166" indent="0">
              <a:buNone/>
              <a:defRPr sz="2847" b="1"/>
            </a:lvl6pPr>
            <a:lvl7pPr marL="4881799" indent="0">
              <a:buNone/>
              <a:defRPr sz="2847" b="1"/>
            </a:lvl7pPr>
            <a:lvl8pPr marL="5695432" indent="0">
              <a:buNone/>
              <a:defRPr sz="2847" b="1"/>
            </a:lvl8pPr>
            <a:lvl9pPr marL="6509065" indent="0">
              <a:buNone/>
              <a:defRPr sz="284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158520" y="4458106"/>
            <a:ext cx="11050044" cy="655720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6236-42D1-6D41-98F7-ECB7216278C9}" type="datetimeFigureOut">
              <a:rPr kumimoji="1" lang="zh-CN" altLang="en-US" smtClean="0"/>
              <a:t>2026/3/10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76462-9694-9644-9DEE-F4ED9F91557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7497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6236-42D1-6D41-98F7-ECB7216278C9}" type="datetimeFigureOut">
              <a:rPr kumimoji="1" lang="zh-CN" altLang="en-US" smtClean="0"/>
              <a:t>2026/3/10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76462-9694-9644-9DEE-F4ED9F91557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4166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6236-42D1-6D41-98F7-ECB7216278C9}" type="datetimeFigureOut">
              <a:rPr kumimoji="1" lang="zh-CN" altLang="en-US" smtClean="0"/>
              <a:t>2026/3/10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76462-9694-9644-9DEE-F4ED9F91557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7640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346" y="813647"/>
            <a:ext cx="8383140" cy="2847763"/>
          </a:xfrm>
        </p:spPr>
        <p:txBody>
          <a:bodyPr anchor="b"/>
          <a:lstStyle>
            <a:lvl1pPr>
              <a:defRPr sz="56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50044" y="1757252"/>
            <a:ext cx="13158520" cy="8673247"/>
          </a:xfrm>
        </p:spPr>
        <p:txBody>
          <a:bodyPr/>
          <a:lstStyle>
            <a:lvl1pPr>
              <a:defRPr sz="5695"/>
            </a:lvl1pPr>
            <a:lvl2pPr>
              <a:defRPr sz="4983"/>
            </a:lvl2pPr>
            <a:lvl3pPr>
              <a:defRPr sz="4271"/>
            </a:lvl3pPr>
            <a:lvl4pPr>
              <a:defRPr sz="3559"/>
            </a:lvl4pPr>
            <a:lvl5pPr>
              <a:defRPr sz="3559"/>
            </a:lvl5pPr>
            <a:lvl6pPr>
              <a:defRPr sz="3559"/>
            </a:lvl6pPr>
            <a:lvl7pPr>
              <a:defRPr sz="3559"/>
            </a:lvl7pPr>
            <a:lvl8pPr>
              <a:defRPr sz="3559"/>
            </a:lvl8pPr>
            <a:lvl9pPr>
              <a:defRPr sz="355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0346" y="3661410"/>
            <a:ext cx="8383140" cy="6783215"/>
          </a:xfrm>
        </p:spPr>
        <p:txBody>
          <a:bodyPr/>
          <a:lstStyle>
            <a:lvl1pPr marL="0" indent="0">
              <a:buNone/>
              <a:defRPr sz="2847"/>
            </a:lvl1pPr>
            <a:lvl2pPr marL="813633" indent="0">
              <a:buNone/>
              <a:defRPr sz="2491"/>
            </a:lvl2pPr>
            <a:lvl3pPr marL="1627266" indent="0">
              <a:buNone/>
              <a:defRPr sz="2136"/>
            </a:lvl3pPr>
            <a:lvl4pPr marL="2440899" indent="0">
              <a:buNone/>
              <a:defRPr sz="1780"/>
            </a:lvl4pPr>
            <a:lvl5pPr marL="3254532" indent="0">
              <a:buNone/>
              <a:defRPr sz="1780"/>
            </a:lvl5pPr>
            <a:lvl6pPr marL="4068166" indent="0">
              <a:buNone/>
              <a:defRPr sz="1780"/>
            </a:lvl6pPr>
            <a:lvl7pPr marL="4881799" indent="0">
              <a:buNone/>
              <a:defRPr sz="1780"/>
            </a:lvl7pPr>
            <a:lvl8pPr marL="5695432" indent="0">
              <a:buNone/>
              <a:defRPr sz="1780"/>
            </a:lvl8pPr>
            <a:lvl9pPr marL="6509065" indent="0">
              <a:buNone/>
              <a:defRPr sz="178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6236-42D1-6D41-98F7-ECB7216278C9}" type="datetimeFigureOut">
              <a:rPr kumimoji="1" lang="zh-CN" altLang="en-US" smtClean="0"/>
              <a:t>2026/3/10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76462-9694-9644-9DEE-F4ED9F91557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9807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346" y="813647"/>
            <a:ext cx="8383140" cy="2847763"/>
          </a:xfrm>
        </p:spPr>
        <p:txBody>
          <a:bodyPr anchor="b"/>
          <a:lstStyle>
            <a:lvl1pPr>
              <a:defRPr sz="56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050044" y="1757252"/>
            <a:ext cx="13158520" cy="8673247"/>
          </a:xfrm>
        </p:spPr>
        <p:txBody>
          <a:bodyPr anchor="t"/>
          <a:lstStyle>
            <a:lvl1pPr marL="0" indent="0">
              <a:buNone/>
              <a:defRPr sz="5695"/>
            </a:lvl1pPr>
            <a:lvl2pPr marL="813633" indent="0">
              <a:buNone/>
              <a:defRPr sz="4983"/>
            </a:lvl2pPr>
            <a:lvl3pPr marL="1627266" indent="0">
              <a:buNone/>
              <a:defRPr sz="4271"/>
            </a:lvl3pPr>
            <a:lvl4pPr marL="2440899" indent="0">
              <a:buNone/>
              <a:defRPr sz="3559"/>
            </a:lvl4pPr>
            <a:lvl5pPr marL="3254532" indent="0">
              <a:buNone/>
              <a:defRPr sz="3559"/>
            </a:lvl5pPr>
            <a:lvl6pPr marL="4068166" indent="0">
              <a:buNone/>
              <a:defRPr sz="3559"/>
            </a:lvl6pPr>
            <a:lvl7pPr marL="4881799" indent="0">
              <a:buNone/>
              <a:defRPr sz="3559"/>
            </a:lvl7pPr>
            <a:lvl8pPr marL="5695432" indent="0">
              <a:buNone/>
              <a:defRPr sz="3559"/>
            </a:lvl8pPr>
            <a:lvl9pPr marL="6509065" indent="0">
              <a:buNone/>
              <a:defRPr sz="3559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0346" y="3661410"/>
            <a:ext cx="8383140" cy="6783215"/>
          </a:xfrm>
        </p:spPr>
        <p:txBody>
          <a:bodyPr/>
          <a:lstStyle>
            <a:lvl1pPr marL="0" indent="0">
              <a:buNone/>
              <a:defRPr sz="2847"/>
            </a:lvl1pPr>
            <a:lvl2pPr marL="813633" indent="0">
              <a:buNone/>
              <a:defRPr sz="2491"/>
            </a:lvl2pPr>
            <a:lvl3pPr marL="1627266" indent="0">
              <a:buNone/>
              <a:defRPr sz="2136"/>
            </a:lvl3pPr>
            <a:lvl4pPr marL="2440899" indent="0">
              <a:buNone/>
              <a:defRPr sz="1780"/>
            </a:lvl4pPr>
            <a:lvl5pPr marL="3254532" indent="0">
              <a:buNone/>
              <a:defRPr sz="1780"/>
            </a:lvl5pPr>
            <a:lvl6pPr marL="4068166" indent="0">
              <a:buNone/>
              <a:defRPr sz="1780"/>
            </a:lvl6pPr>
            <a:lvl7pPr marL="4881799" indent="0">
              <a:buNone/>
              <a:defRPr sz="1780"/>
            </a:lvl7pPr>
            <a:lvl8pPr marL="5695432" indent="0">
              <a:buNone/>
              <a:defRPr sz="1780"/>
            </a:lvl8pPr>
            <a:lvl9pPr marL="6509065" indent="0">
              <a:buNone/>
              <a:defRPr sz="178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6236-42D1-6D41-98F7-ECB7216278C9}" type="datetimeFigureOut">
              <a:rPr kumimoji="1" lang="zh-CN" altLang="en-US" smtClean="0"/>
              <a:t>2026/3/10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76462-9694-9644-9DEE-F4ED9F91557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18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6236-42D1-6D41-98F7-ECB7216278C9}" type="datetimeFigureOut">
              <a:rPr kumimoji="1" lang="zh-CN" altLang="en-US" smtClean="0"/>
              <a:t>2026/3/10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76462-9694-9644-9DEE-F4ED9F91557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4386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600624" y="649787"/>
            <a:ext cx="5604555" cy="1034291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86959" y="649787"/>
            <a:ext cx="16488763" cy="1034291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6236-42D1-6D41-98F7-ECB7216278C9}" type="datetimeFigureOut">
              <a:rPr kumimoji="1" lang="zh-CN" altLang="en-US" smtClean="0"/>
              <a:t>2026/3/10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76462-9694-9644-9DEE-F4ED9F91557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5704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86960" y="649788"/>
            <a:ext cx="22418219" cy="23590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6960" y="3248936"/>
            <a:ext cx="22418219" cy="774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86960" y="11311950"/>
            <a:ext cx="5848231" cy="6497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9D6236-42D1-6D41-98F7-ECB7216278C9}" type="datetimeFigureOut">
              <a:rPr kumimoji="1" lang="zh-CN" altLang="en-US" smtClean="0"/>
              <a:t>2026/3/10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609896" y="11311950"/>
            <a:ext cx="8772347" cy="6497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356947" y="11311950"/>
            <a:ext cx="5848231" cy="6497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776462-9694-9644-9DEE-F4ED9F91557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783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627266" rtl="0" eaLnBrk="1" latinLnBrk="0" hangingPunct="1">
        <a:lnSpc>
          <a:spcPct val="90000"/>
        </a:lnSpc>
        <a:spcBef>
          <a:spcPct val="0"/>
        </a:spcBef>
        <a:buNone/>
        <a:defRPr sz="78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817" indent="-406817" algn="l" defTabSz="1627266" rtl="0" eaLnBrk="1" latinLnBrk="0" hangingPunct="1">
        <a:lnSpc>
          <a:spcPct val="90000"/>
        </a:lnSpc>
        <a:spcBef>
          <a:spcPts val="1780"/>
        </a:spcBef>
        <a:buFont typeface="Arial" panose="020B0604020202020204" pitchFamily="34" charset="0"/>
        <a:buChar char="•"/>
        <a:defRPr sz="4983" kern="1200">
          <a:solidFill>
            <a:schemeClr val="tx1"/>
          </a:solidFill>
          <a:latin typeface="+mn-lt"/>
          <a:ea typeface="+mn-ea"/>
          <a:cs typeface="+mn-cs"/>
        </a:defRPr>
      </a:lvl1pPr>
      <a:lvl2pPr marL="1220450" indent="-406817" algn="l" defTabSz="1627266" rtl="0" eaLnBrk="1" latinLnBrk="0" hangingPunct="1">
        <a:lnSpc>
          <a:spcPct val="90000"/>
        </a:lnSpc>
        <a:spcBef>
          <a:spcPts val="890"/>
        </a:spcBef>
        <a:buFont typeface="Arial" panose="020B0604020202020204" pitchFamily="34" charset="0"/>
        <a:buChar char="•"/>
        <a:defRPr sz="4271" kern="1200">
          <a:solidFill>
            <a:schemeClr val="tx1"/>
          </a:solidFill>
          <a:latin typeface="+mn-lt"/>
          <a:ea typeface="+mn-ea"/>
          <a:cs typeface="+mn-cs"/>
        </a:defRPr>
      </a:lvl2pPr>
      <a:lvl3pPr marL="2034083" indent="-406817" algn="l" defTabSz="1627266" rtl="0" eaLnBrk="1" latinLnBrk="0" hangingPunct="1">
        <a:lnSpc>
          <a:spcPct val="90000"/>
        </a:lnSpc>
        <a:spcBef>
          <a:spcPts val="890"/>
        </a:spcBef>
        <a:buFont typeface="Arial" panose="020B0604020202020204" pitchFamily="34" charset="0"/>
        <a:buChar char="•"/>
        <a:defRPr sz="3559" kern="1200">
          <a:solidFill>
            <a:schemeClr val="tx1"/>
          </a:solidFill>
          <a:latin typeface="+mn-lt"/>
          <a:ea typeface="+mn-ea"/>
          <a:cs typeface="+mn-cs"/>
        </a:defRPr>
      </a:lvl3pPr>
      <a:lvl4pPr marL="2847716" indent="-406817" algn="l" defTabSz="1627266" rtl="0" eaLnBrk="1" latinLnBrk="0" hangingPunct="1">
        <a:lnSpc>
          <a:spcPct val="90000"/>
        </a:lnSpc>
        <a:spcBef>
          <a:spcPts val="890"/>
        </a:spcBef>
        <a:buFont typeface="Arial" panose="020B0604020202020204" pitchFamily="34" charset="0"/>
        <a:buChar char="•"/>
        <a:defRPr sz="3203" kern="1200">
          <a:solidFill>
            <a:schemeClr val="tx1"/>
          </a:solidFill>
          <a:latin typeface="+mn-lt"/>
          <a:ea typeface="+mn-ea"/>
          <a:cs typeface="+mn-cs"/>
        </a:defRPr>
      </a:lvl4pPr>
      <a:lvl5pPr marL="3661349" indent="-406817" algn="l" defTabSz="1627266" rtl="0" eaLnBrk="1" latinLnBrk="0" hangingPunct="1">
        <a:lnSpc>
          <a:spcPct val="90000"/>
        </a:lnSpc>
        <a:spcBef>
          <a:spcPts val="890"/>
        </a:spcBef>
        <a:buFont typeface="Arial" panose="020B0604020202020204" pitchFamily="34" charset="0"/>
        <a:buChar char="•"/>
        <a:defRPr sz="3203" kern="1200">
          <a:solidFill>
            <a:schemeClr val="tx1"/>
          </a:solidFill>
          <a:latin typeface="+mn-lt"/>
          <a:ea typeface="+mn-ea"/>
          <a:cs typeface="+mn-cs"/>
        </a:defRPr>
      </a:lvl5pPr>
      <a:lvl6pPr marL="4474982" indent="-406817" algn="l" defTabSz="1627266" rtl="0" eaLnBrk="1" latinLnBrk="0" hangingPunct="1">
        <a:lnSpc>
          <a:spcPct val="90000"/>
        </a:lnSpc>
        <a:spcBef>
          <a:spcPts val="890"/>
        </a:spcBef>
        <a:buFont typeface="Arial" panose="020B0604020202020204" pitchFamily="34" charset="0"/>
        <a:buChar char="•"/>
        <a:defRPr sz="3203" kern="1200">
          <a:solidFill>
            <a:schemeClr val="tx1"/>
          </a:solidFill>
          <a:latin typeface="+mn-lt"/>
          <a:ea typeface="+mn-ea"/>
          <a:cs typeface="+mn-cs"/>
        </a:defRPr>
      </a:lvl6pPr>
      <a:lvl7pPr marL="5288615" indent="-406817" algn="l" defTabSz="1627266" rtl="0" eaLnBrk="1" latinLnBrk="0" hangingPunct="1">
        <a:lnSpc>
          <a:spcPct val="90000"/>
        </a:lnSpc>
        <a:spcBef>
          <a:spcPts val="890"/>
        </a:spcBef>
        <a:buFont typeface="Arial" panose="020B0604020202020204" pitchFamily="34" charset="0"/>
        <a:buChar char="•"/>
        <a:defRPr sz="3203" kern="1200">
          <a:solidFill>
            <a:schemeClr val="tx1"/>
          </a:solidFill>
          <a:latin typeface="+mn-lt"/>
          <a:ea typeface="+mn-ea"/>
          <a:cs typeface="+mn-cs"/>
        </a:defRPr>
      </a:lvl7pPr>
      <a:lvl8pPr marL="6102248" indent="-406817" algn="l" defTabSz="1627266" rtl="0" eaLnBrk="1" latinLnBrk="0" hangingPunct="1">
        <a:lnSpc>
          <a:spcPct val="90000"/>
        </a:lnSpc>
        <a:spcBef>
          <a:spcPts val="890"/>
        </a:spcBef>
        <a:buFont typeface="Arial" panose="020B0604020202020204" pitchFamily="34" charset="0"/>
        <a:buChar char="•"/>
        <a:defRPr sz="3203" kern="1200">
          <a:solidFill>
            <a:schemeClr val="tx1"/>
          </a:solidFill>
          <a:latin typeface="+mn-lt"/>
          <a:ea typeface="+mn-ea"/>
          <a:cs typeface="+mn-cs"/>
        </a:defRPr>
      </a:lvl8pPr>
      <a:lvl9pPr marL="6915882" indent="-406817" algn="l" defTabSz="1627266" rtl="0" eaLnBrk="1" latinLnBrk="0" hangingPunct="1">
        <a:lnSpc>
          <a:spcPct val="90000"/>
        </a:lnSpc>
        <a:spcBef>
          <a:spcPts val="890"/>
        </a:spcBef>
        <a:buFont typeface="Arial" panose="020B0604020202020204" pitchFamily="34" charset="0"/>
        <a:buChar char="•"/>
        <a:defRPr sz="32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7266" rtl="0" eaLnBrk="1" latinLnBrk="0" hangingPunct="1">
        <a:defRPr sz="3203" kern="1200">
          <a:solidFill>
            <a:schemeClr val="tx1"/>
          </a:solidFill>
          <a:latin typeface="+mn-lt"/>
          <a:ea typeface="+mn-ea"/>
          <a:cs typeface="+mn-cs"/>
        </a:defRPr>
      </a:lvl1pPr>
      <a:lvl2pPr marL="813633" algn="l" defTabSz="1627266" rtl="0" eaLnBrk="1" latinLnBrk="0" hangingPunct="1">
        <a:defRPr sz="3203" kern="1200">
          <a:solidFill>
            <a:schemeClr val="tx1"/>
          </a:solidFill>
          <a:latin typeface="+mn-lt"/>
          <a:ea typeface="+mn-ea"/>
          <a:cs typeface="+mn-cs"/>
        </a:defRPr>
      </a:lvl2pPr>
      <a:lvl3pPr marL="1627266" algn="l" defTabSz="1627266" rtl="0" eaLnBrk="1" latinLnBrk="0" hangingPunct="1">
        <a:defRPr sz="3203" kern="1200">
          <a:solidFill>
            <a:schemeClr val="tx1"/>
          </a:solidFill>
          <a:latin typeface="+mn-lt"/>
          <a:ea typeface="+mn-ea"/>
          <a:cs typeface="+mn-cs"/>
        </a:defRPr>
      </a:lvl3pPr>
      <a:lvl4pPr marL="2440899" algn="l" defTabSz="1627266" rtl="0" eaLnBrk="1" latinLnBrk="0" hangingPunct="1">
        <a:defRPr sz="3203" kern="1200">
          <a:solidFill>
            <a:schemeClr val="tx1"/>
          </a:solidFill>
          <a:latin typeface="+mn-lt"/>
          <a:ea typeface="+mn-ea"/>
          <a:cs typeface="+mn-cs"/>
        </a:defRPr>
      </a:lvl4pPr>
      <a:lvl5pPr marL="3254532" algn="l" defTabSz="1627266" rtl="0" eaLnBrk="1" latinLnBrk="0" hangingPunct="1">
        <a:defRPr sz="3203" kern="1200">
          <a:solidFill>
            <a:schemeClr val="tx1"/>
          </a:solidFill>
          <a:latin typeface="+mn-lt"/>
          <a:ea typeface="+mn-ea"/>
          <a:cs typeface="+mn-cs"/>
        </a:defRPr>
      </a:lvl5pPr>
      <a:lvl6pPr marL="4068166" algn="l" defTabSz="1627266" rtl="0" eaLnBrk="1" latinLnBrk="0" hangingPunct="1">
        <a:defRPr sz="3203" kern="1200">
          <a:solidFill>
            <a:schemeClr val="tx1"/>
          </a:solidFill>
          <a:latin typeface="+mn-lt"/>
          <a:ea typeface="+mn-ea"/>
          <a:cs typeface="+mn-cs"/>
        </a:defRPr>
      </a:lvl6pPr>
      <a:lvl7pPr marL="4881799" algn="l" defTabSz="1627266" rtl="0" eaLnBrk="1" latinLnBrk="0" hangingPunct="1">
        <a:defRPr sz="3203" kern="1200">
          <a:solidFill>
            <a:schemeClr val="tx1"/>
          </a:solidFill>
          <a:latin typeface="+mn-lt"/>
          <a:ea typeface="+mn-ea"/>
          <a:cs typeface="+mn-cs"/>
        </a:defRPr>
      </a:lvl7pPr>
      <a:lvl8pPr marL="5695432" algn="l" defTabSz="1627266" rtl="0" eaLnBrk="1" latinLnBrk="0" hangingPunct="1">
        <a:defRPr sz="3203" kern="1200">
          <a:solidFill>
            <a:schemeClr val="tx1"/>
          </a:solidFill>
          <a:latin typeface="+mn-lt"/>
          <a:ea typeface="+mn-ea"/>
          <a:cs typeface="+mn-cs"/>
        </a:defRPr>
      </a:lvl8pPr>
      <a:lvl9pPr marL="6509065" algn="l" defTabSz="1627266" rtl="0" eaLnBrk="1" latinLnBrk="0" hangingPunct="1">
        <a:defRPr sz="32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7F8054DC-E009-DDE9-ECFC-998BF4D13661}"/>
              </a:ext>
            </a:extLst>
          </p:cNvPr>
          <p:cNvSpPr/>
          <p:nvPr/>
        </p:nvSpPr>
        <p:spPr>
          <a:xfrm>
            <a:off x="0" y="0"/>
            <a:ext cx="25992138" cy="12204700"/>
          </a:xfrm>
          <a:prstGeom prst="rect">
            <a:avLst/>
          </a:prstGeom>
          <a:gradFill>
            <a:gsLst>
              <a:gs pos="99000">
                <a:srgbClr val="000103"/>
              </a:gs>
              <a:gs pos="44000">
                <a:srgbClr val="000119">
                  <a:alpha val="89804"/>
                </a:srgbClr>
              </a:gs>
              <a:gs pos="0">
                <a:srgbClr val="02040B"/>
              </a:gs>
            </a:gsLst>
            <a:lin ang="27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AAA0987-7EB8-6E25-198F-E4FEBD48F9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57"/>
          <a:stretch/>
        </p:blipFill>
        <p:spPr>
          <a:xfrm>
            <a:off x="1238890" y="2279051"/>
            <a:ext cx="6597537" cy="13748349"/>
          </a:xfrm>
          <a:prstGeom prst="roundRect">
            <a:avLst>
              <a:gd name="adj" fmla="val 0"/>
            </a:avLst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C7F60B5-6D2F-55BE-2FE2-894773479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975" y="-5039015"/>
            <a:ext cx="6558970" cy="14216186"/>
          </a:xfrm>
          <a:prstGeom prst="roundRect">
            <a:avLst>
              <a:gd name="adj" fmla="val 9260"/>
            </a:avLst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CEDC561-6732-7CF9-89EF-4E9AD4197D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392" b="53484"/>
          <a:stretch/>
        </p:blipFill>
        <p:spPr>
          <a:xfrm>
            <a:off x="1238890" y="9347199"/>
            <a:ext cx="6595830" cy="430652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8BD37F6-7C68-921E-CD5D-2098CC7C0C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273" r="80985" b="42418"/>
          <a:stretch/>
        </p:blipFill>
        <p:spPr>
          <a:xfrm>
            <a:off x="1259486" y="9404789"/>
            <a:ext cx="1254514" cy="616155"/>
          </a:xfrm>
          <a:prstGeom prst="rect">
            <a:avLst/>
          </a:prstGeom>
        </p:spPr>
      </p:pic>
      <p:pic>
        <p:nvPicPr>
          <p:cNvPr id="9" name="图片 8" descr="图片包含 矩形&#10;&#10;描述已自动生成">
            <a:extLst>
              <a:ext uri="{FF2B5EF4-FFF2-40B4-BE49-F238E27FC236}">
                <a16:creationId xmlns:a16="http://schemas.microsoft.com/office/drawing/2014/main" id="{53ED5B6E-7ABE-C69D-1BD5-33663EC017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4842" y="1850427"/>
            <a:ext cx="9555811" cy="15941741"/>
          </a:xfrm>
          <a:prstGeom prst="rect">
            <a:avLst/>
          </a:prstGeom>
        </p:spPr>
      </p:pic>
      <p:pic>
        <p:nvPicPr>
          <p:cNvPr id="13" name="图片 12" descr="图片包含 矩形&#10;&#10;描述已自动生成">
            <a:extLst>
              <a:ext uri="{FF2B5EF4-FFF2-40B4-BE49-F238E27FC236}">
                <a16:creationId xmlns:a16="http://schemas.microsoft.com/office/drawing/2014/main" id="{276884FB-F609-8E0F-9E99-DDAEDFA321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8676" y="-5501319"/>
            <a:ext cx="9555811" cy="15941741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E73B84B7-EB10-F73F-5673-6EB68A147C3D}"/>
              </a:ext>
            </a:extLst>
          </p:cNvPr>
          <p:cNvSpPr/>
          <p:nvPr/>
        </p:nvSpPr>
        <p:spPr>
          <a:xfrm>
            <a:off x="-2133600" y="-6896100"/>
            <a:ext cx="30708600" cy="68961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2BCA9BB-C9F9-208D-2F1C-0C0A853214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297"/>
          <a:stretch/>
        </p:blipFill>
        <p:spPr>
          <a:xfrm>
            <a:off x="18057430" y="2270887"/>
            <a:ext cx="6656748" cy="1380662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C08469E7-3250-6269-EDAC-E14EB455F6E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6317"/>
          <a:stretch/>
        </p:blipFill>
        <p:spPr>
          <a:xfrm>
            <a:off x="18055680" y="3368489"/>
            <a:ext cx="6656748" cy="12072599"/>
          </a:xfrm>
          <a:prstGeom prst="rect">
            <a:avLst/>
          </a:prstGeom>
        </p:spPr>
      </p:pic>
      <p:pic>
        <p:nvPicPr>
          <p:cNvPr id="14" name="图片 13" descr="图片包含 矩形&#10;&#10;描述已自动生成">
            <a:extLst>
              <a:ext uri="{FF2B5EF4-FFF2-40B4-BE49-F238E27FC236}">
                <a16:creationId xmlns:a16="http://schemas.microsoft.com/office/drawing/2014/main" id="{D2A4562B-A6A8-BAAA-9552-FC5D8CF5EF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06469" y="1812327"/>
            <a:ext cx="9555811" cy="15941741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E3463DAB-396E-FE3B-8548-FDAF184FEA64}"/>
              </a:ext>
            </a:extLst>
          </p:cNvPr>
          <p:cNvSpPr/>
          <p:nvPr/>
        </p:nvSpPr>
        <p:spPr>
          <a:xfrm>
            <a:off x="18118643" y="11578281"/>
            <a:ext cx="6471304" cy="124257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E6269B9-0177-FBB4-5147-AE87D019297D}"/>
              </a:ext>
            </a:extLst>
          </p:cNvPr>
          <p:cNvSpPr/>
          <p:nvPr/>
        </p:nvSpPr>
        <p:spPr>
          <a:xfrm>
            <a:off x="-4446320" y="12204700"/>
            <a:ext cx="30438458" cy="68961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883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048425B1-C6C8-332D-A13F-E2C424F90C22}"/>
              </a:ext>
            </a:extLst>
          </p:cNvPr>
          <p:cNvSpPr/>
          <p:nvPr/>
        </p:nvSpPr>
        <p:spPr>
          <a:xfrm>
            <a:off x="0" y="0"/>
            <a:ext cx="25992138" cy="12204700"/>
          </a:xfrm>
          <a:prstGeom prst="rect">
            <a:avLst/>
          </a:prstGeom>
          <a:gradFill>
            <a:gsLst>
              <a:gs pos="75000">
                <a:srgbClr val="D8CA96"/>
              </a:gs>
              <a:gs pos="100000">
                <a:srgbClr val="F2E8A5">
                  <a:alpha val="50000"/>
                </a:srgbClr>
              </a:gs>
              <a:gs pos="42000">
                <a:srgbClr val="CBBB8E"/>
              </a:gs>
              <a:gs pos="0">
                <a:srgbClr val="F2E8A5">
                  <a:alpha val="50000"/>
                </a:srgbClr>
              </a:gs>
            </a:gsLst>
            <a:lin ang="27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1C9BD91-5204-AA68-EDCB-43D77DE92095}"/>
              </a:ext>
            </a:extLst>
          </p:cNvPr>
          <p:cNvSpPr/>
          <p:nvPr/>
        </p:nvSpPr>
        <p:spPr>
          <a:xfrm>
            <a:off x="9620520" y="1455312"/>
            <a:ext cx="6732670" cy="605307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图片 6" descr="电子设备&#10;&#10;描述已自动生成">
            <a:extLst>
              <a:ext uri="{FF2B5EF4-FFF2-40B4-BE49-F238E27FC236}">
                <a16:creationId xmlns:a16="http://schemas.microsoft.com/office/drawing/2014/main" id="{DB07C23A-F860-1B8E-9B36-E992D6335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796" y="-3747763"/>
            <a:ext cx="6559693" cy="12829805"/>
          </a:xfrm>
          <a:prstGeom prst="rect">
            <a:avLst/>
          </a:prstGeom>
        </p:spPr>
      </p:pic>
      <p:pic>
        <p:nvPicPr>
          <p:cNvPr id="13" name="图片 12" descr="电子仪器&#10;&#10;描述已自动生成">
            <a:extLst>
              <a:ext uri="{FF2B5EF4-FFF2-40B4-BE49-F238E27FC236}">
                <a16:creationId xmlns:a16="http://schemas.microsoft.com/office/drawing/2014/main" id="{772FAD98-6A88-E570-7965-0B340CADB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222" y="1715407"/>
            <a:ext cx="6559693" cy="12818942"/>
          </a:xfrm>
          <a:prstGeom prst="roundRect">
            <a:avLst>
              <a:gd name="adj" fmla="val 7243"/>
            </a:avLst>
          </a:prstGeom>
        </p:spPr>
      </p:pic>
      <p:pic>
        <p:nvPicPr>
          <p:cNvPr id="15" name="图片 14" descr="电子设备&#10;&#10;描述已自动生成">
            <a:extLst>
              <a:ext uri="{FF2B5EF4-FFF2-40B4-BE49-F238E27FC236}">
                <a16:creationId xmlns:a16="http://schemas.microsoft.com/office/drawing/2014/main" id="{D201EF58-F93E-556C-3EBA-3D182C9273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41" t="1010" r="2166" b="1635"/>
          <a:stretch/>
        </p:blipFill>
        <p:spPr>
          <a:xfrm>
            <a:off x="18101232" y="-3747763"/>
            <a:ext cx="6595470" cy="1282980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8B0FEAF8-BC3B-9DB5-E4A1-1FB1B73C393C}"/>
              </a:ext>
            </a:extLst>
          </p:cNvPr>
          <p:cNvSpPr/>
          <p:nvPr/>
        </p:nvSpPr>
        <p:spPr>
          <a:xfrm>
            <a:off x="20797443" y="2194434"/>
            <a:ext cx="735646" cy="3358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bg1">
                    <a:lumMod val="75000"/>
                  </a:schemeClr>
                </a:solidFill>
              </a:rPr>
              <a:t>对象</a:t>
            </a:r>
            <a:r>
              <a:rPr kumimoji="1" lang="en-US" altLang="zh-CN" sz="1600" dirty="0">
                <a:solidFill>
                  <a:schemeClr val="bg1">
                    <a:lumMod val="75000"/>
                  </a:schemeClr>
                </a:solidFill>
              </a:rPr>
              <a:t>X</a:t>
            </a:r>
            <a:endParaRPr kumimoji="1" lang="zh-CN" altLang="en-US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8" name="图片 17" descr="图片包含 矩形&#10;&#10;描述已自动生成">
            <a:extLst>
              <a:ext uri="{FF2B5EF4-FFF2-40B4-BE49-F238E27FC236}">
                <a16:creationId xmlns:a16="http://schemas.microsoft.com/office/drawing/2014/main" id="{6452B09E-F0F5-5E48-60EC-9718099B82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43430" y="-5633190"/>
            <a:ext cx="9555811" cy="15941741"/>
          </a:xfrm>
          <a:prstGeom prst="rect">
            <a:avLst/>
          </a:prstGeom>
        </p:spPr>
      </p:pic>
      <p:pic>
        <p:nvPicPr>
          <p:cNvPr id="19" name="图片 18" descr="图片包含 矩形&#10;&#10;描述已自动生成">
            <a:extLst>
              <a:ext uri="{FF2B5EF4-FFF2-40B4-BE49-F238E27FC236}">
                <a16:creationId xmlns:a16="http://schemas.microsoft.com/office/drawing/2014/main" id="{1CCFD551-0E5E-6550-68DB-B039719F0D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90" y="1060575"/>
            <a:ext cx="9555811" cy="15941741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ADA20CAA-3F55-943D-C4A2-46A58736A96A}"/>
              </a:ext>
            </a:extLst>
          </p:cNvPr>
          <p:cNvSpPr/>
          <p:nvPr/>
        </p:nvSpPr>
        <p:spPr>
          <a:xfrm>
            <a:off x="20711756" y="3708119"/>
            <a:ext cx="735646" cy="3358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bg1">
                    <a:lumMod val="95000"/>
                  </a:schemeClr>
                </a:solidFill>
              </a:rPr>
              <a:t>对象</a:t>
            </a:r>
            <a:r>
              <a:rPr kumimoji="1" lang="en-US" altLang="zh-CN" sz="1600" dirty="0">
                <a:solidFill>
                  <a:schemeClr val="bg1">
                    <a:lumMod val="95000"/>
                  </a:schemeClr>
                </a:solidFill>
              </a:rPr>
              <a:t>X</a:t>
            </a:r>
            <a:endParaRPr kumimoji="1"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1" name="图片 20" descr="图片包含 矩形&#10;&#10;描述已自动生成">
            <a:extLst>
              <a:ext uri="{FF2B5EF4-FFF2-40B4-BE49-F238E27FC236}">
                <a16:creationId xmlns:a16="http://schemas.microsoft.com/office/drawing/2014/main" id="{E47746B1-7C10-9913-C9E2-FF87F137D4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31173" y="-5633190"/>
            <a:ext cx="9555811" cy="1594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001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132</TotalTime>
  <Words>4</Words>
  <Application>Microsoft Macintosh PowerPoint</Application>
  <PresentationFormat>自定义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e34582</dc:creator>
  <cp:lastModifiedBy>e34582</cp:lastModifiedBy>
  <cp:revision>1</cp:revision>
  <dcterms:created xsi:type="dcterms:W3CDTF">2026-03-10T14:40:35Z</dcterms:created>
  <dcterms:modified xsi:type="dcterms:W3CDTF">2026-03-10T16:53:17Z</dcterms:modified>
</cp:coreProperties>
</file>