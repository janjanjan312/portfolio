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  <p:sldId id="258" r:id="rId4"/>
  </p:sldIdLst>
  <p:sldSz cx="25992138" cy="122047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4140F"/>
    <a:srgbClr val="02040B"/>
    <a:srgbClr val="000103"/>
    <a:srgbClr val="000119"/>
    <a:srgbClr val="00040A"/>
    <a:srgbClr val="000447"/>
    <a:srgbClr val="000B1C"/>
    <a:srgbClr val="00112A"/>
    <a:srgbClr val="000B57"/>
    <a:srgbClr val="0049A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783"/>
    <p:restoredTop sz="94661"/>
  </p:normalViewPr>
  <p:slideViewPr>
    <p:cSldViewPr snapToGrid="0">
      <p:cViewPr>
        <p:scale>
          <a:sx n="45" d="100"/>
          <a:sy n="45" d="100"/>
        </p:scale>
        <p:origin x="328" y="16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249017" y="1997390"/>
            <a:ext cx="19494104" cy="4249044"/>
          </a:xfrm>
        </p:spPr>
        <p:txBody>
          <a:bodyPr anchor="b"/>
          <a:lstStyle>
            <a:lvl1pPr algn="ctr">
              <a:defRPr sz="10678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249017" y="6410294"/>
            <a:ext cx="19494104" cy="2946643"/>
          </a:xfrm>
        </p:spPr>
        <p:txBody>
          <a:bodyPr/>
          <a:lstStyle>
            <a:lvl1pPr marL="0" indent="0" algn="ctr">
              <a:buNone/>
              <a:defRPr sz="4271"/>
            </a:lvl1pPr>
            <a:lvl2pPr marL="813633" indent="0" algn="ctr">
              <a:buNone/>
              <a:defRPr sz="3559"/>
            </a:lvl2pPr>
            <a:lvl3pPr marL="1627266" indent="0" algn="ctr">
              <a:buNone/>
              <a:defRPr sz="3203"/>
            </a:lvl3pPr>
            <a:lvl4pPr marL="2440899" indent="0" algn="ctr">
              <a:buNone/>
              <a:defRPr sz="2847"/>
            </a:lvl4pPr>
            <a:lvl5pPr marL="3254532" indent="0" algn="ctr">
              <a:buNone/>
              <a:defRPr sz="2847"/>
            </a:lvl5pPr>
            <a:lvl6pPr marL="4068166" indent="0" algn="ctr">
              <a:buNone/>
              <a:defRPr sz="2847"/>
            </a:lvl6pPr>
            <a:lvl7pPr marL="4881799" indent="0" algn="ctr">
              <a:buNone/>
              <a:defRPr sz="2847"/>
            </a:lvl7pPr>
            <a:lvl8pPr marL="5695432" indent="0" algn="ctr">
              <a:buNone/>
              <a:defRPr sz="2847"/>
            </a:lvl8pPr>
            <a:lvl9pPr marL="6509065" indent="0" algn="ctr">
              <a:buNone/>
              <a:defRPr sz="2847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9D6236-42D1-6D41-98F7-ECB7216278C9}" type="datetimeFigureOut">
              <a:rPr kumimoji="1" lang="zh-CN" altLang="en-US" smtClean="0"/>
              <a:t>2026/3/11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776462-9694-9644-9DEE-F4ED9F915571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0795531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9D6236-42D1-6D41-98F7-ECB7216278C9}" type="datetimeFigureOut">
              <a:rPr kumimoji="1" lang="zh-CN" altLang="en-US" smtClean="0"/>
              <a:t>2026/3/11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776462-9694-9644-9DEE-F4ED9F915571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01674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73422" y="3042701"/>
            <a:ext cx="22418219" cy="5076815"/>
          </a:xfrm>
        </p:spPr>
        <p:txBody>
          <a:bodyPr anchor="b"/>
          <a:lstStyle>
            <a:lvl1pPr>
              <a:defRPr sz="10678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73422" y="8167545"/>
            <a:ext cx="22418219" cy="2669777"/>
          </a:xfrm>
        </p:spPr>
        <p:txBody>
          <a:bodyPr/>
          <a:lstStyle>
            <a:lvl1pPr marL="0" indent="0">
              <a:buNone/>
              <a:defRPr sz="4271">
                <a:solidFill>
                  <a:schemeClr val="tx1">
                    <a:tint val="82000"/>
                  </a:schemeClr>
                </a:solidFill>
              </a:defRPr>
            </a:lvl1pPr>
            <a:lvl2pPr marL="813633" indent="0">
              <a:buNone/>
              <a:defRPr sz="3559">
                <a:solidFill>
                  <a:schemeClr val="tx1">
                    <a:tint val="82000"/>
                  </a:schemeClr>
                </a:solidFill>
              </a:defRPr>
            </a:lvl2pPr>
            <a:lvl3pPr marL="1627266" indent="0">
              <a:buNone/>
              <a:defRPr sz="3203">
                <a:solidFill>
                  <a:schemeClr val="tx1">
                    <a:tint val="82000"/>
                  </a:schemeClr>
                </a:solidFill>
              </a:defRPr>
            </a:lvl3pPr>
            <a:lvl4pPr marL="2440899" indent="0">
              <a:buNone/>
              <a:defRPr sz="2847">
                <a:solidFill>
                  <a:schemeClr val="tx1">
                    <a:tint val="82000"/>
                  </a:schemeClr>
                </a:solidFill>
              </a:defRPr>
            </a:lvl4pPr>
            <a:lvl5pPr marL="3254532" indent="0">
              <a:buNone/>
              <a:defRPr sz="2847">
                <a:solidFill>
                  <a:schemeClr val="tx1">
                    <a:tint val="82000"/>
                  </a:schemeClr>
                </a:solidFill>
              </a:defRPr>
            </a:lvl5pPr>
            <a:lvl6pPr marL="4068166" indent="0">
              <a:buNone/>
              <a:defRPr sz="2847">
                <a:solidFill>
                  <a:schemeClr val="tx1">
                    <a:tint val="82000"/>
                  </a:schemeClr>
                </a:solidFill>
              </a:defRPr>
            </a:lvl6pPr>
            <a:lvl7pPr marL="4881799" indent="0">
              <a:buNone/>
              <a:defRPr sz="2847">
                <a:solidFill>
                  <a:schemeClr val="tx1">
                    <a:tint val="82000"/>
                  </a:schemeClr>
                </a:solidFill>
              </a:defRPr>
            </a:lvl7pPr>
            <a:lvl8pPr marL="5695432" indent="0">
              <a:buNone/>
              <a:defRPr sz="2847">
                <a:solidFill>
                  <a:schemeClr val="tx1">
                    <a:tint val="82000"/>
                  </a:schemeClr>
                </a:solidFill>
              </a:defRPr>
            </a:lvl8pPr>
            <a:lvl9pPr marL="6509065" indent="0">
              <a:buNone/>
              <a:defRPr sz="284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9D6236-42D1-6D41-98F7-ECB7216278C9}" type="datetimeFigureOut">
              <a:rPr kumimoji="1" lang="zh-CN" altLang="en-US" smtClean="0"/>
              <a:t>2026/3/11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776462-9694-9644-9DEE-F4ED9F915571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4527487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786959" y="3248936"/>
            <a:ext cx="11046659" cy="7743770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158520" y="3248936"/>
            <a:ext cx="11046659" cy="7743770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9D6236-42D1-6D41-98F7-ECB7216278C9}" type="datetimeFigureOut">
              <a:rPr kumimoji="1" lang="zh-CN" altLang="en-US" smtClean="0"/>
              <a:t>2026/3/11</a:t>
            </a:fld>
            <a:endParaRPr kumimoji="1"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776462-9694-9644-9DEE-F4ED9F915571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772407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0345" y="649788"/>
            <a:ext cx="22418219" cy="2359011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90346" y="2991848"/>
            <a:ext cx="10995892" cy="1466258"/>
          </a:xfrm>
        </p:spPr>
        <p:txBody>
          <a:bodyPr anchor="b"/>
          <a:lstStyle>
            <a:lvl1pPr marL="0" indent="0">
              <a:buNone/>
              <a:defRPr sz="4271" b="1"/>
            </a:lvl1pPr>
            <a:lvl2pPr marL="813633" indent="0">
              <a:buNone/>
              <a:defRPr sz="3559" b="1"/>
            </a:lvl2pPr>
            <a:lvl3pPr marL="1627266" indent="0">
              <a:buNone/>
              <a:defRPr sz="3203" b="1"/>
            </a:lvl3pPr>
            <a:lvl4pPr marL="2440899" indent="0">
              <a:buNone/>
              <a:defRPr sz="2847" b="1"/>
            </a:lvl4pPr>
            <a:lvl5pPr marL="3254532" indent="0">
              <a:buNone/>
              <a:defRPr sz="2847" b="1"/>
            </a:lvl5pPr>
            <a:lvl6pPr marL="4068166" indent="0">
              <a:buNone/>
              <a:defRPr sz="2847" b="1"/>
            </a:lvl6pPr>
            <a:lvl7pPr marL="4881799" indent="0">
              <a:buNone/>
              <a:defRPr sz="2847" b="1"/>
            </a:lvl7pPr>
            <a:lvl8pPr marL="5695432" indent="0">
              <a:buNone/>
              <a:defRPr sz="2847" b="1"/>
            </a:lvl8pPr>
            <a:lvl9pPr marL="6509065" indent="0">
              <a:buNone/>
              <a:defRPr sz="2847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790346" y="4458106"/>
            <a:ext cx="10995892" cy="6557202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3158520" y="2991848"/>
            <a:ext cx="11050044" cy="1466258"/>
          </a:xfrm>
        </p:spPr>
        <p:txBody>
          <a:bodyPr anchor="b"/>
          <a:lstStyle>
            <a:lvl1pPr marL="0" indent="0">
              <a:buNone/>
              <a:defRPr sz="4271" b="1"/>
            </a:lvl1pPr>
            <a:lvl2pPr marL="813633" indent="0">
              <a:buNone/>
              <a:defRPr sz="3559" b="1"/>
            </a:lvl2pPr>
            <a:lvl3pPr marL="1627266" indent="0">
              <a:buNone/>
              <a:defRPr sz="3203" b="1"/>
            </a:lvl3pPr>
            <a:lvl4pPr marL="2440899" indent="0">
              <a:buNone/>
              <a:defRPr sz="2847" b="1"/>
            </a:lvl4pPr>
            <a:lvl5pPr marL="3254532" indent="0">
              <a:buNone/>
              <a:defRPr sz="2847" b="1"/>
            </a:lvl5pPr>
            <a:lvl6pPr marL="4068166" indent="0">
              <a:buNone/>
              <a:defRPr sz="2847" b="1"/>
            </a:lvl6pPr>
            <a:lvl7pPr marL="4881799" indent="0">
              <a:buNone/>
              <a:defRPr sz="2847" b="1"/>
            </a:lvl7pPr>
            <a:lvl8pPr marL="5695432" indent="0">
              <a:buNone/>
              <a:defRPr sz="2847" b="1"/>
            </a:lvl8pPr>
            <a:lvl9pPr marL="6509065" indent="0">
              <a:buNone/>
              <a:defRPr sz="2847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3158520" y="4458106"/>
            <a:ext cx="11050044" cy="6557202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9D6236-42D1-6D41-98F7-ECB7216278C9}" type="datetimeFigureOut">
              <a:rPr kumimoji="1" lang="zh-CN" altLang="en-US" smtClean="0"/>
              <a:t>2026/3/11</a:t>
            </a:fld>
            <a:endParaRPr kumimoji="1"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776462-9694-9644-9DEE-F4ED9F915571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8174975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9D6236-42D1-6D41-98F7-ECB7216278C9}" type="datetimeFigureOut">
              <a:rPr kumimoji="1" lang="zh-CN" altLang="en-US" smtClean="0"/>
              <a:t>2026/3/11</a:t>
            </a:fld>
            <a:endParaRPr kumimoji="1"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776462-9694-9644-9DEE-F4ED9F915571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3241668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9D6236-42D1-6D41-98F7-ECB7216278C9}" type="datetimeFigureOut">
              <a:rPr kumimoji="1" lang="zh-CN" altLang="en-US" smtClean="0"/>
              <a:t>2026/3/11</a:t>
            </a:fld>
            <a:endParaRPr kumimoji="1"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776462-9694-9644-9DEE-F4ED9F915571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0676403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0346" y="813647"/>
            <a:ext cx="8383140" cy="2847763"/>
          </a:xfrm>
        </p:spPr>
        <p:txBody>
          <a:bodyPr anchor="b"/>
          <a:lstStyle>
            <a:lvl1pPr>
              <a:defRPr sz="5695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050044" y="1757252"/>
            <a:ext cx="13158520" cy="8673247"/>
          </a:xfrm>
        </p:spPr>
        <p:txBody>
          <a:bodyPr/>
          <a:lstStyle>
            <a:lvl1pPr>
              <a:defRPr sz="5695"/>
            </a:lvl1pPr>
            <a:lvl2pPr>
              <a:defRPr sz="4983"/>
            </a:lvl2pPr>
            <a:lvl3pPr>
              <a:defRPr sz="4271"/>
            </a:lvl3pPr>
            <a:lvl4pPr>
              <a:defRPr sz="3559"/>
            </a:lvl4pPr>
            <a:lvl5pPr>
              <a:defRPr sz="3559"/>
            </a:lvl5pPr>
            <a:lvl6pPr>
              <a:defRPr sz="3559"/>
            </a:lvl6pPr>
            <a:lvl7pPr>
              <a:defRPr sz="3559"/>
            </a:lvl7pPr>
            <a:lvl8pPr>
              <a:defRPr sz="3559"/>
            </a:lvl8pPr>
            <a:lvl9pPr>
              <a:defRPr sz="3559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0346" y="3661410"/>
            <a:ext cx="8383140" cy="6783215"/>
          </a:xfrm>
        </p:spPr>
        <p:txBody>
          <a:bodyPr/>
          <a:lstStyle>
            <a:lvl1pPr marL="0" indent="0">
              <a:buNone/>
              <a:defRPr sz="2847"/>
            </a:lvl1pPr>
            <a:lvl2pPr marL="813633" indent="0">
              <a:buNone/>
              <a:defRPr sz="2491"/>
            </a:lvl2pPr>
            <a:lvl3pPr marL="1627266" indent="0">
              <a:buNone/>
              <a:defRPr sz="2136"/>
            </a:lvl3pPr>
            <a:lvl4pPr marL="2440899" indent="0">
              <a:buNone/>
              <a:defRPr sz="1780"/>
            </a:lvl4pPr>
            <a:lvl5pPr marL="3254532" indent="0">
              <a:buNone/>
              <a:defRPr sz="1780"/>
            </a:lvl5pPr>
            <a:lvl6pPr marL="4068166" indent="0">
              <a:buNone/>
              <a:defRPr sz="1780"/>
            </a:lvl6pPr>
            <a:lvl7pPr marL="4881799" indent="0">
              <a:buNone/>
              <a:defRPr sz="1780"/>
            </a:lvl7pPr>
            <a:lvl8pPr marL="5695432" indent="0">
              <a:buNone/>
              <a:defRPr sz="1780"/>
            </a:lvl8pPr>
            <a:lvl9pPr marL="6509065" indent="0">
              <a:buNone/>
              <a:defRPr sz="178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9D6236-42D1-6D41-98F7-ECB7216278C9}" type="datetimeFigureOut">
              <a:rPr kumimoji="1" lang="zh-CN" altLang="en-US" smtClean="0"/>
              <a:t>2026/3/11</a:t>
            </a:fld>
            <a:endParaRPr kumimoji="1"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776462-9694-9644-9DEE-F4ED9F915571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6898072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0346" y="813647"/>
            <a:ext cx="8383140" cy="2847763"/>
          </a:xfrm>
        </p:spPr>
        <p:txBody>
          <a:bodyPr anchor="b"/>
          <a:lstStyle>
            <a:lvl1pPr>
              <a:defRPr sz="5695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050044" y="1757252"/>
            <a:ext cx="13158520" cy="8673247"/>
          </a:xfrm>
        </p:spPr>
        <p:txBody>
          <a:bodyPr anchor="t"/>
          <a:lstStyle>
            <a:lvl1pPr marL="0" indent="0">
              <a:buNone/>
              <a:defRPr sz="5695"/>
            </a:lvl1pPr>
            <a:lvl2pPr marL="813633" indent="0">
              <a:buNone/>
              <a:defRPr sz="4983"/>
            </a:lvl2pPr>
            <a:lvl3pPr marL="1627266" indent="0">
              <a:buNone/>
              <a:defRPr sz="4271"/>
            </a:lvl3pPr>
            <a:lvl4pPr marL="2440899" indent="0">
              <a:buNone/>
              <a:defRPr sz="3559"/>
            </a:lvl4pPr>
            <a:lvl5pPr marL="3254532" indent="0">
              <a:buNone/>
              <a:defRPr sz="3559"/>
            </a:lvl5pPr>
            <a:lvl6pPr marL="4068166" indent="0">
              <a:buNone/>
              <a:defRPr sz="3559"/>
            </a:lvl6pPr>
            <a:lvl7pPr marL="4881799" indent="0">
              <a:buNone/>
              <a:defRPr sz="3559"/>
            </a:lvl7pPr>
            <a:lvl8pPr marL="5695432" indent="0">
              <a:buNone/>
              <a:defRPr sz="3559"/>
            </a:lvl8pPr>
            <a:lvl9pPr marL="6509065" indent="0">
              <a:buNone/>
              <a:defRPr sz="3559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0346" y="3661410"/>
            <a:ext cx="8383140" cy="6783215"/>
          </a:xfrm>
        </p:spPr>
        <p:txBody>
          <a:bodyPr/>
          <a:lstStyle>
            <a:lvl1pPr marL="0" indent="0">
              <a:buNone/>
              <a:defRPr sz="2847"/>
            </a:lvl1pPr>
            <a:lvl2pPr marL="813633" indent="0">
              <a:buNone/>
              <a:defRPr sz="2491"/>
            </a:lvl2pPr>
            <a:lvl3pPr marL="1627266" indent="0">
              <a:buNone/>
              <a:defRPr sz="2136"/>
            </a:lvl3pPr>
            <a:lvl4pPr marL="2440899" indent="0">
              <a:buNone/>
              <a:defRPr sz="1780"/>
            </a:lvl4pPr>
            <a:lvl5pPr marL="3254532" indent="0">
              <a:buNone/>
              <a:defRPr sz="1780"/>
            </a:lvl5pPr>
            <a:lvl6pPr marL="4068166" indent="0">
              <a:buNone/>
              <a:defRPr sz="1780"/>
            </a:lvl6pPr>
            <a:lvl7pPr marL="4881799" indent="0">
              <a:buNone/>
              <a:defRPr sz="1780"/>
            </a:lvl7pPr>
            <a:lvl8pPr marL="5695432" indent="0">
              <a:buNone/>
              <a:defRPr sz="1780"/>
            </a:lvl8pPr>
            <a:lvl9pPr marL="6509065" indent="0">
              <a:buNone/>
              <a:defRPr sz="178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9D6236-42D1-6D41-98F7-ECB7216278C9}" type="datetimeFigureOut">
              <a:rPr kumimoji="1" lang="zh-CN" altLang="en-US" smtClean="0"/>
              <a:t>2026/3/11</a:t>
            </a:fld>
            <a:endParaRPr kumimoji="1"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776462-9694-9644-9DEE-F4ED9F915571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891808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9D6236-42D1-6D41-98F7-ECB7216278C9}" type="datetimeFigureOut">
              <a:rPr kumimoji="1" lang="zh-CN" altLang="en-US" smtClean="0"/>
              <a:t>2026/3/11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776462-9694-9644-9DEE-F4ED9F915571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3843862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8600624" y="649787"/>
            <a:ext cx="5604555" cy="10342919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786959" y="649787"/>
            <a:ext cx="16488763" cy="10342919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9D6236-42D1-6D41-98F7-ECB7216278C9}" type="datetimeFigureOut">
              <a:rPr kumimoji="1" lang="zh-CN" altLang="en-US" smtClean="0"/>
              <a:t>2026/3/11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776462-9694-9644-9DEE-F4ED9F915571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6257048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786960" y="649788"/>
            <a:ext cx="22418219" cy="235901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86960" y="3248936"/>
            <a:ext cx="22418219" cy="774377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786960" y="11311950"/>
            <a:ext cx="5848231" cy="6497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13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A9D6236-42D1-6D41-98F7-ECB7216278C9}" type="datetimeFigureOut">
              <a:rPr kumimoji="1" lang="zh-CN" altLang="en-US" smtClean="0"/>
              <a:t>2026/3/11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609896" y="11311950"/>
            <a:ext cx="8772347" cy="6497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13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8356947" y="11311950"/>
            <a:ext cx="5848231" cy="6497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13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6776462-9694-9644-9DEE-F4ED9F915571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3678359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627266" rtl="0" eaLnBrk="1" latinLnBrk="0" hangingPunct="1">
        <a:lnSpc>
          <a:spcPct val="90000"/>
        </a:lnSpc>
        <a:spcBef>
          <a:spcPct val="0"/>
        </a:spcBef>
        <a:buNone/>
        <a:defRPr sz="783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06817" indent="-406817" algn="l" defTabSz="1627266" rtl="0" eaLnBrk="1" latinLnBrk="0" hangingPunct="1">
        <a:lnSpc>
          <a:spcPct val="90000"/>
        </a:lnSpc>
        <a:spcBef>
          <a:spcPts val="1780"/>
        </a:spcBef>
        <a:buFont typeface="Arial" panose="020B0604020202020204" pitchFamily="34" charset="0"/>
        <a:buChar char="•"/>
        <a:defRPr sz="4983" kern="1200">
          <a:solidFill>
            <a:schemeClr val="tx1"/>
          </a:solidFill>
          <a:latin typeface="+mn-lt"/>
          <a:ea typeface="+mn-ea"/>
          <a:cs typeface="+mn-cs"/>
        </a:defRPr>
      </a:lvl1pPr>
      <a:lvl2pPr marL="1220450" indent="-406817" algn="l" defTabSz="1627266" rtl="0" eaLnBrk="1" latinLnBrk="0" hangingPunct="1">
        <a:lnSpc>
          <a:spcPct val="90000"/>
        </a:lnSpc>
        <a:spcBef>
          <a:spcPts val="890"/>
        </a:spcBef>
        <a:buFont typeface="Arial" panose="020B0604020202020204" pitchFamily="34" charset="0"/>
        <a:buChar char="•"/>
        <a:defRPr sz="4271" kern="1200">
          <a:solidFill>
            <a:schemeClr val="tx1"/>
          </a:solidFill>
          <a:latin typeface="+mn-lt"/>
          <a:ea typeface="+mn-ea"/>
          <a:cs typeface="+mn-cs"/>
        </a:defRPr>
      </a:lvl2pPr>
      <a:lvl3pPr marL="2034083" indent="-406817" algn="l" defTabSz="1627266" rtl="0" eaLnBrk="1" latinLnBrk="0" hangingPunct="1">
        <a:lnSpc>
          <a:spcPct val="90000"/>
        </a:lnSpc>
        <a:spcBef>
          <a:spcPts val="890"/>
        </a:spcBef>
        <a:buFont typeface="Arial" panose="020B0604020202020204" pitchFamily="34" charset="0"/>
        <a:buChar char="•"/>
        <a:defRPr sz="3559" kern="1200">
          <a:solidFill>
            <a:schemeClr val="tx1"/>
          </a:solidFill>
          <a:latin typeface="+mn-lt"/>
          <a:ea typeface="+mn-ea"/>
          <a:cs typeface="+mn-cs"/>
        </a:defRPr>
      </a:lvl3pPr>
      <a:lvl4pPr marL="2847716" indent="-406817" algn="l" defTabSz="1627266" rtl="0" eaLnBrk="1" latinLnBrk="0" hangingPunct="1">
        <a:lnSpc>
          <a:spcPct val="90000"/>
        </a:lnSpc>
        <a:spcBef>
          <a:spcPts val="890"/>
        </a:spcBef>
        <a:buFont typeface="Arial" panose="020B0604020202020204" pitchFamily="34" charset="0"/>
        <a:buChar char="•"/>
        <a:defRPr sz="3203" kern="1200">
          <a:solidFill>
            <a:schemeClr val="tx1"/>
          </a:solidFill>
          <a:latin typeface="+mn-lt"/>
          <a:ea typeface="+mn-ea"/>
          <a:cs typeface="+mn-cs"/>
        </a:defRPr>
      </a:lvl4pPr>
      <a:lvl5pPr marL="3661349" indent="-406817" algn="l" defTabSz="1627266" rtl="0" eaLnBrk="1" latinLnBrk="0" hangingPunct="1">
        <a:lnSpc>
          <a:spcPct val="90000"/>
        </a:lnSpc>
        <a:spcBef>
          <a:spcPts val="890"/>
        </a:spcBef>
        <a:buFont typeface="Arial" panose="020B0604020202020204" pitchFamily="34" charset="0"/>
        <a:buChar char="•"/>
        <a:defRPr sz="3203" kern="1200">
          <a:solidFill>
            <a:schemeClr val="tx1"/>
          </a:solidFill>
          <a:latin typeface="+mn-lt"/>
          <a:ea typeface="+mn-ea"/>
          <a:cs typeface="+mn-cs"/>
        </a:defRPr>
      </a:lvl5pPr>
      <a:lvl6pPr marL="4474982" indent="-406817" algn="l" defTabSz="1627266" rtl="0" eaLnBrk="1" latinLnBrk="0" hangingPunct="1">
        <a:lnSpc>
          <a:spcPct val="90000"/>
        </a:lnSpc>
        <a:spcBef>
          <a:spcPts val="890"/>
        </a:spcBef>
        <a:buFont typeface="Arial" panose="020B0604020202020204" pitchFamily="34" charset="0"/>
        <a:buChar char="•"/>
        <a:defRPr sz="3203" kern="1200">
          <a:solidFill>
            <a:schemeClr val="tx1"/>
          </a:solidFill>
          <a:latin typeface="+mn-lt"/>
          <a:ea typeface="+mn-ea"/>
          <a:cs typeface="+mn-cs"/>
        </a:defRPr>
      </a:lvl6pPr>
      <a:lvl7pPr marL="5288615" indent="-406817" algn="l" defTabSz="1627266" rtl="0" eaLnBrk="1" latinLnBrk="0" hangingPunct="1">
        <a:lnSpc>
          <a:spcPct val="90000"/>
        </a:lnSpc>
        <a:spcBef>
          <a:spcPts val="890"/>
        </a:spcBef>
        <a:buFont typeface="Arial" panose="020B0604020202020204" pitchFamily="34" charset="0"/>
        <a:buChar char="•"/>
        <a:defRPr sz="3203" kern="1200">
          <a:solidFill>
            <a:schemeClr val="tx1"/>
          </a:solidFill>
          <a:latin typeface="+mn-lt"/>
          <a:ea typeface="+mn-ea"/>
          <a:cs typeface="+mn-cs"/>
        </a:defRPr>
      </a:lvl7pPr>
      <a:lvl8pPr marL="6102248" indent="-406817" algn="l" defTabSz="1627266" rtl="0" eaLnBrk="1" latinLnBrk="0" hangingPunct="1">
        <a:lnSpc>
          <a:spcPct val="90000"/>
        </a:lnSpc>
        <a:spcBef>
          <a:spcPts val="890"/>
        </a:spcBef>
        <a:buFont typeface="Arial" panose="020B0604020202020204" pitchFamily="34" charset="0"/>
        <a:buChar char="•"/>
        <a:defRPr sz="3203" kern="1200">
          <a:solidFill>
            <a:schemeClr val="tx1"/>
          </a:solidFill>
          <a:latin typeface="+mn-lt"/>
          <a:ea typeface="+mn-ea"/>
          <a:cs typeface="+mn-cs"/>
        </a:defRPr>
      </a:lvl8pPr>
      <a:lvl9pPr marL="6915882" indent="-406817" algn="l" defTabSz="1627266" rtl="0" eaLnBrk="1" latinLnBrk="0" hangingPunct="1">
        <a:lnSpc>
          <a:spcPct val="90000"/>
        </a:lnSpc>
        <a:spcBef>
          <a:spcPts val="890"/>
        </a:spcBef>
        <a:buFont typeface="Arial" panose="020B0604020202020204" pitchFamily="34" charset="0"/>
        <a:buChar char="•"/>
        <a:defRPr sz="320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627266" rtl="0" eaLnBrk="1" latinLnBrk="0" hangingPunct="1">
        <a:defRPr sz="3203" kern="1200">
          <a:solidFill>
            <a:schemeClr val="tx1"/>
          </a:solidFill>
          <a:latin typeface="+mn-lt"/>
          <a:ea typeface="+mn-ea"/>
          <a:cs typeface="+mn-cs"/>
        </a:defRPr>
      </a:lvl1pPr>
      <a:lvl2pPr marL="813633" algn="l" defTabSz="1627266" rtl="0" eaLnBrk="1" latinLnBrk="0" hangingPunct="1">
        <a:defRPr sz="3203" kern="1200">
          <a:solidFill>
            <a:schemeClr val="tx1"/>
          </a:solidFill>
          <a:latin typeface="+mn-lt"/>
          <a:ea typeface="+mn-ea"/>
          <a:cs typeface="+mn-cs"/>
        </a:defRPr>
      </a:lvl2pPr>
      <a:lvl3pPr marL="1627266" algn="l" defTabSz="1627266" rtl="0" eaLnBrk="1" latinLnBrk="0" hangingPunct="1">
        <a:defRPr sz="3203" kern="1200">
          <a:solidFill>
            <a:schemeClr val="tx1"/>
          </a:solidFill>
          <a:latin typeface="+mn-lt"/>
          <a:ea typeface="+mn-ea"/>
          <a:cs typeface="+mn-cs"/>
        </a:defRPr>
      </a:lvl3pPr>
      <a:lvl4pPr marL="2440899" algn="l" defTabSz="1627266" rtl="0" eaLnBrk="1" latinLnBrk="0" hangingPunct="1">
        <a:defRPr sz="3203" kern="1200">
          <a:solidFill>
            <a:schemeClr val="tx1"/>
          </a:solidFill>
          <a:latin typeface="+mn-lt"/>
          <a:ea typeface="+mn-ea"/>
          <a:cs typeface="+mn-cs"/>
        </a:defRPr>
      </a:lvl4pPr>
      <a:lvl5pPr marL="3254532" algn="l" defTabSz="1627266" rtl="0" eaLnBrk="1" latinLnBrk="0" hangingPunct="1">
        <a:defRPr sz="3203" kern="1200">
          <a:solidFill>
            <a:schemeClr val="tx1"/>
          </a:solidFill>
          <a:latin typeface="+mn-lt"/>
          <a:ea typeface="+mn-ea"/>
          <a:cs typeface="+mn-cs"/>
        </a:defRPr>
      </a:lvl5pPr>
      <a:lvl6pPr marL="4068166" algn="l" defTabSz="1627266" rtl="0" eaLnBrk="1" latinLnBrk="0" hangingPunct="1">
        <a:defRPr sz="3203" kern="1200">
          <a:solidFill>
            <a:schemeClr val="tx1"/>
          </a:solidFill>
          <a:latin typeface="+mn-lt"/>
          <a:ea typeface="+mn-ea"/>
          <a:cs typeface="+mn-cs"/>
        </a:defRPr>
      </a:lvl6pPr>
      <a:lvl7pPr marL="4881799" algn="l" defTabSz="1627266" rtl="0" eaLnBrk="1" latinLnBrk="0" hangingPunct="1">
        <a:defRPr sz="3203" kern="1200">
          <a:solidFill>
            <a:schemeClr val="tx1"/>
          </a:solidFill>
          <a:latin typeface="+mn-lt"/>
          <a:ea typeface="+mn-ea"/>
          <a:cs typeface="+mn-cs"/>
        </a:defRPr>
      </a:lvl7pPr>
      <a:lvl8pPr marL="5695432" algn="l" defTabSz="1627266" rtl="0" eaLnBrk="1" latinLnBrk="0" hangingPunct="1">
        <a:defRPr sz="3203" kern="1200">
          <a:solidFill>
            <a:schemeClr val="tx1"/>
          </a:solidFill>
          <a:latin typeface="+mn-lt"/>
          <a:ea typeface="+mn-ea"/>
          <a:cs typeface="+mn-cs"/>
        </a:defRPr>
      </a:lvl8pPr>
      <a:lvl9pPr marL="6509065" algn="l" defTabSz="1627266" rtl="0" eaLnBrk="1" latinLnBrk="0" hangingPunct="1">
        <a:defRPr sz="320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e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jp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>
            <a:extLst>
              <a:ext uri="{FF2B5EF4-FFF2-40B4-BE49-F238E27FC236}">
                <a16:creationId xmlns:a16="http://schemas.microsoft.com/office/drawing/2014/main" id="{7F8054DC-E009-DDE9-ECFC-998BF4D13661}"/>
              </a:ext>
            </a:extLst>
          </p:cNvPr>
          <p:cNvSpPr/>
          <p:nvPr/>
        </p:nvSpPr>
        <p:spPr>
          <a:xfrm>
            <a:off x="0" y="0"/>
            <a:ext cx="25992138" cy="12204700"/>
          </a:xfrm>
          <a:prstGeom prst="rect">
            <a:avLst/>
          </a:prstGeom>
          <a:gradFill>
            <a:gsLst>
              <a:gs pos="99000">
                <a:srgbClr val="000103"/>
              </a:gs>
              <a:gs pos="44000">
                <a:srgbClr val="000119">
                  <a:alpha val="89804"/>
                </a:srgbClr>
              </a:gs>
              <a:gs pos="0">
                <a:srgbClr val="02040B"/>
              </a:gs>
            </a:gsLst>
            <a:lin ang="2700000" scaled="0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9AAA0987-7EB8-6E25-198F-E4FEBD48F9E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857"/>
          <a:stretch/>
        </p:blipFill>
        <p:spPr>
          <a:xfrm>
            <a:off x="1238890" y="2279051"/>
            <a:ext cx="6597537" cy="13748349"/>
          </a:xfrm>
          <a:prstGeom prst="roundRect">
            <a:avLst>
              <a:gd name="adj" fmla="val 0"/>
            </a:avLst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FC7F60B5-6D2F-55BE-2FE2-8947734799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40975" y="-5039015"/>
            <a:ext cx="6558970" cy="14216186"/>
          </a:xfrm>
          <a:prstGeom prst="roundRect">
            <a:avLst>
              <a:gd name="adj" fmla="val 9260"/>
            </a:avLst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6CEDC561-6732-7CF9-89EF-4E9AD4197D4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6392" b="53484"/>
          <a:stretch/>
        </p:blipFill>
        <p:spPr>
          <a:xfrm>
            <a:off x="1238890" y="9347199"/>
            <a:ext cx="6595830" cy="4306529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08BD37F6-7C68-921E-CD5D-2098CC7C0CB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3273" r="80985" b="42418"/>
          <a:stretch/>
        </p:blipFill>
        <p:spPr>
          <a:xfrm>
            <a:off x="1259486" y="9404789"/>
            <a:ext cx="1254514" cy="616155"/>
          </a:xfrm>
          <a:prstGeom prst="rect">
            <a:avLst/>
          </a:prstGeom>
        </p:spPr>
      </p:pic>
      <p:pic>
        <p:nvPicPr>
          <p:cNvPr id="9" name="图片 8" descr="图片包含 矩形&#10;&#10;描述已自动生成">
            <a:extLst>
              <a:ext uri="{FF2B5EF4-FFF2-40B4-BE49-F238E27FC236}">
                <a16:creationId xmlns:a16="http://schemas.microsoft.com/office/drawing/2014/main" id="{53ED5B6E-7ABE-C69D-1BD5-33663EC0179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34842" y="1850427"/>
            <a:ext cx="9555811" cy="15941741"/>
          </a:xfrm>
          <a:prstGeom prst="rect">
            <a:avLst/>
          </a:prstGeom>
        </p:spPr>
      </p:pic>
      <p:pic>
        <p:nvPicPr>
          <p:cNvPr id="13" name="图片 12" descr="图片包含 矩形&#10;&#10;描述已自动生成">
            <a:extLst>
              <a:ext uri="{FF2B5EF4-FFF2-40B4-BE49-F238E27FC236}">
                <a16:creationId xmlns:a16="http://schemas.microsoft.com/office/drawing/2014/main" id="{276884FB-F609-8E0F-9E99-DDAEDFA3211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28676" y="-5501319"/>
            <a:ext cx="9555811" cy="15941741"/>
          </a:xfrm>
          <a:prstGeom prst="rect">
            <a:avLst/>
          </a:prstGeom>
        </p:spPr>
      </p:pic>
      <p:sp>
        <p:nvSpPr>
          <p:cNvPr id="18" name="矩形 17">
            <a:extLst>
              <a:ext uri="{FF2B5EF4-FFF2-40B4-BE49-F238E27FC236}">
                <a16:creationId xmlns:a16="http://schemas.microsoft.com/office/drawing/2014/main" id="{E73B84B7-EB10-F73F-5673-6EB68A147C3D}"/>
              </a:ext>
            </a:extLst>
          </p:cNvPr>
          <p:cNvSpPr/>
          <p:nvPr/>
        </p:nvSpPr>
        <p:spPr>
          <a:xfrm>
            <a:off x="-2133600" y="-6896100"/>
            <a:ext cx="30708600" cy="689610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20" name="图片 19">
            <a:extLst>
              <a:ext uri="{FF2B5EF4-FFF2-40B4-BE49-F238E27FC236}">
                <a16:creationId xmlns:a16="http://schemas.microsoft.com/office/drawing/2014/main" id="{B2BCA9BB-C9F9-208D-2F1C-0C0A85321498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4297"/>
          <a:stretch/>
        </p:blipFill>
        <p:spPr>
          <a:xfrm>
            <a:off x="18057430" y="2270887"/>
            <a:ext cx="6656748" cy="13806620"/>
          </a:xfrm>
          <a:prstGeom prst="rect">
            <a:avLst/>
          </a:prstGeom>
        </p:spPr>
      </p:pic>
      <p:pic>
        <p:nvPicPr>
          <p:cNvPr id="21" name="图片 20">
            <a:extLst>
              <a:ext uri="{FF2B5EF4-FFF2-40B4-BE49-F238E27FC236}">
                <a16:creationId xmlns:a16="http://schemas.microsoft.com/office/drawing/2014/main" id="{C08469E7-3250-6269-EDAC-E14EB455F6E3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16317"/>
          <a:stretch/>
        </p:blipFill>
        <p:spPr>
          <a:xfrm>
            <a:off x="18055680" y="3368489"/>
            <a:ext cx="6656748" cy="12072599"/>
          </a:xfrm>
          <a:prstGeom prst="rect">
            <a:avLst/>
          </a:prstGeom>
        </p:spPr>
      </p:pic>
      <p:pic>
        <p:nvPicPr>
          <p:cNvPr id="14" name="图片 13" descr="图片包含 矩形&#10;&#10;描述已自动生成">
            <a:extLst>
              <a:ext uri="{FF2B5EF4-FFF2-40B4-BE49-F238E27FC236}">
                <a16:creationId xmlns:a16="http://schemas.microsoft.com/office/drawing/2014/main" id="{D2A4562B-A6A8-BAAA-9552-FC5D8CF5EF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706469" y="1812327"/>
            <a:ext cx="9555811" cy="15941741"/>
          </a:xfrm>
          <a:prstGeom prst="rect">
            <a:avLst/>
          </a:prstGeom>
        </p:spPr>
      </p:pic>
      <p:sp>
        <p:nvSpPr>
          <p:cNvPr id="22" name="矩形 21">
            <a:extLst>
              <a:ext uri="{FF2B5EF4-FFF2-40B4-BE49-F238E27FC236}">
                <a16:creationId xmlns:a16="http://schemas.microsoft.com/office/drawing/2014/main" id="{E3463DAB-396E-FE3B-8548-FDAF184FEA64}"/>
              </a:ext>
            </a:extLst>
          </p:cNvPr>
          <p:cNvSpPr/>
          <p:nvPr/>
        </p:nvSpPr>
        <p:spPr>
          <a:xfrm>
            <a:off x="18118643" y="11578281"/>
            <a:ext cx="6471304" cy="124257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0E6269B9-0177-FBB4-5147-AE87D019297D}"/>
              </a:ext>
            </a:extLst>
          </p:cNvPr>
          <p:cNvSpPr/>
          <p:nvPr/>
        </p:nvSpPr>
        <p:spPr>
          <a:xfrm>
            <a:off x="-4446320" y="12204700"/>
            <a:ext cx="30438458" cy="689610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228838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矩形 24">
            <a:extLst>
              <a:ext uri="{FF2B5EF4-FFF2-40B4-BE49-F238E27FC236}">
                <a16:creationId xmlns:a16="http://schemas.microsoft.com/office/drawing/2014/main" id="{048425B1-C6C8-332D-A13F-E2C424F90C22}"/>
              </a:ext>
            </a:extLst>
          </p:cNvPr>
          <p:cNvSpPr/>
          <p:nvPr/>
        </p:nvSpPr>
        <p:spPr>
          <a:xfrm>
            <a:off x="0" y="0"/>
            <a:ext cx="25992138" cy="12204700"/>
          </a:xfrm>
          <a:prstGeom prst="rect">
            <a:avLst/>
          </a:prstGeom>
          <a:gradFill>
            <a:gsLst>
              <a:gs pos="75000">
                <a:srgbClr val="D8CA96"/>
              </a:gs>
              <a:gs pos="100000">
                <a:srgbClr val="F2E8A5">
                  <a:alpha val="50000"/>
                </a:srgbClr>
              </a:gs>
              <a:gs pos="42000">
                <a:srgbClr val="CBBB8E"/>
              </a:gs>
              <a:gs pos="0">
                <a:srgbClr val="F2E8A5">
                  <a:alpha val="50000"/>
                </a:srgbClr>
              </a:gs>
            </a:gsLst>
            <a:lin ang="2700000" scaled="0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pic>
        <p:nvPicPr>
          <p:cNvPr id="21" name="图片 20" descr="图片包含 矩形&#10;&#10;描述已自动生成">
            <a:extLst>
              <a:ext uri="{FF2B5EF4-FFF2-40B4-BE49-F238E27FC236}">
                <a16:creationId xmlns:a16="http://schemas.microsoft.com/office/drawing/2014/main" id="{E47746B1-7C10-9913-C9E2-FF87F137D4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31173" y="-5633190"/>
            <a:ext cx="9555811" cy="15941741"/>
          </a:xfrm>
          <a:prstGeom prst="rect">
            <a:avLst/>
          </a:prstGeom>
        </p:spPr>
      </p:pic>
      <p:pic>
        <p:nvPicPr>
          <p:cNvPr id="7" name="图片 6" descr="电子设备&#10;&#10;描述已自动生成">
            <a:extLst>
              <a:ext uri="{FF2B5EF4-FFF2-40B4-BE49-F238E27FC236}">
                <a16:creationId xmlns:a16="http://schemas.microsoft.com/office/drawing/2014/main" id="{DB07C23A-F860-1B8E-9B36-E992D63353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6796" y="-3747763"/>
            <a:ext cx="6559693" cy="12829805"/>
          </a:xfrm>
          <a:prstGeom prst="rect">
            <a:avLst/>
          </a:prstGeom>
        </p:spPr>
      </p:pic>
      <p:pic>
        <p:nvPicPr>
          <p:cNvPr id="15" name="图片 14" descr="电子设备&#10;&#10;描述已自动生成">
            <a:extLst>
              <a:ext uri="{FF2B5EF4-FFF2-40B4-BE49-F238E27FC236}">
                <a16:creationId xmlns:a16="http://schemas.microsoft.com/office/drawing/2014/main" id="{D201EF58-F93E-556C-3EBA-3D182C92736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441" t="1010" r="2166" b="1635"/>
          <a:stretch/>
        </p:blipFill>
        <p:spPr>
          <a:xfrm>
            <a:off x="18101232" y="-3747763"/>
            <a:ext cx="6595470" cy="12829805"/>
          </a:xfrm>
          <a:prstGeom prst="rect">
            <a:avLst/>
          </a:prstGeom>
        </p:spPr>
      </p:pic>
      <p:sp>
        <p:nvSpPr>
          <p:cNvPr id="16" name="矩形 15">
            <a:extLst>
              <a:ext uri="{FF2B5EF4-FFF2-40B4-BE49-F238E27FC236}">
                <a16:creationId xmlns:a16="http://schemas.microsoft.com/office/drawing/2014/main" id="{8B0FEAF8-BC3B-9DB5-E4A1-1FB1B73C393C}"/>
              </a:ext>
            </a:extLst>
          </p:cNvPr>
          <p:cNvSpPr/>
          <p:nvPr/>
        </p:nvSpPr>
        <p:spPr>
          <a:xfrm>
            <a:off x="20830466" y="2169780"/>
            <a:ext cx="678612" cy="3358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600" i="1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18" name="图片 17" descr="图片包含 矩形&#10;&#10;描述已自动生成">
            <a:extLst>
              <a:ext uri="{FF2B5EF4-FFF2-40B4-BE49-F238E27FC236}">
                <a16:creationId xmlns:a16="http://schemas.microsoft.com/office/drawing/2014/main" id="{6452B09E-F0F5-5E48-60EC-9718099B82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43430" y="-5633190"/>
            <a:ext cx="9555811" cy="15941741"/>
          </a:xfrm>
          <a:prstGeom prst="rect">
            <a:avLst/>
          </a:prstGeom>
        </p:spPr>
      </p:pic>
      <p:pic>
        <p:nvPicPr>
          <p:cNvPr id="19" name="图片 18" descr="图片包含 矩形&#10;&#10;描述已自动生成">
            <a:extLst>
              <a:ext uri="{FF2B5EF4-FFF2-40B4-BE49-F238E27FC236}">
                <a16:creationId xmlns:a16="http://schemas.microsoft.com/office/drawing/2014/main" id="{1CCFD551-0E5E-6550-68DB-B039719F0D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90" y="1060575"/>
            <a:ext cx="9555811" cy="15941741"/>
          </a:xfrm>
          <a:prstGeom prst="rect">
            <a:avLst/>
          </a:prstGeom>
        </p:spPr>
      </p:pic>
      <p:pic>
        <p:nvPicPr>
          <p:cNvPr id="3" name="图片 2" descr="手机的屏幕截图&#10;&#10;描述已自动生成">
            <a:extLst>
              <a:ext uri="{FF2B5EF4-FFF2-40B4-BE49-F238E27FC236}">
                <a16:creationId xmlns:a16="http://schemas.microsoft.com/office/drawing/2014/main" id="{CB046F88-DEE3-3D3E-A7FD-7C1D303601A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29734" y="1373862"/>
            <a:ext cx="6732670" cy="14590958"/>
          </a:xfrm>
          <a:prstGeom prst="rect">
            <a:avLst/>
          </a:prstGeom>
        </p:spPr>
      </p:pic>
      <p:pic>
        <p:nvPicPr>
          <p:cNvPr id="5" name="图片 4" descr="手机的屏幕截图&#10;&#10;描述已自动生成">
            <a:extLst>
              <a:ext uri="{FF2B5EF4-FFF2-40B4-BE49-F238E27FC236}">
                <a16:creationId xmlns:a16="http://schemas.microsoft.com/office/drawing/2014/main" id="{89164A1C-4017-2640-A45F-0B2E6E8A9C3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31503"/>
          <a:stretch/>
        </p:blipFill>
        <p:spPr>
          <a:xfrm>
            <a:off x="9629734" y="4966447"/>
            <a:ext cx="6732670" cy="9994326"/>
          </a:xfrm>
          <a:prstGeom prst="rect">
            <a:avLst/>
          </a:prstGeom>
        </p:spPr>
      </p:pic>
      <p:sp>
        <p:nvSpPr>
          <p:cNvPr id="4" name="矩形 3">
            <a:extLst>
              <a:ext uri="{FF2B5EF4-FFF2-40B4-BE49-F238E27FC236}">
                <a16:creationId xmlns:a16="http://schemas.microsoft.com/office/drawing/2014/main" id="{E6149673-AA13-A2AE-AD10-F5C9C58E2AD1}"/>
              </a:ext>
            </a:extLst>
          </p:cNvPr>
          <p:cNvSpPr/>
          <p:nvPr/>
        </p:nvSpPr>
        <p:spPr>
          <a:xfrm>
            <a:off x="-4446320" y="12204700"/>
            <a:ext cx="30438458" cy="689610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1A73D9F-B805-A641-187D-C8B761E826F4}"/>
              </a:ext>
            </a:extLst>
          </p:cNvPr>
          <p:cNvSpPr/>
          <p:nvPr/>
        </p:nvSpPr>
        <p:spPr>
          <a:xfrm>
            <a:off x="20654246" y="2198535"/>
            <a:ext cx="1009557" cy="335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500" i="1" dirty="0">
                <a:solidFill>
                  <a:schemeClr val="bg1">
                    <a:lumMod val="75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某对象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BB3BD6D4-13D6-B15A-0FAE-EB79E6D0C63D}"/>
              </a:ext>
            </a:extLst>
          </p:cNvPr>
          <p:cNvSpPr/>
          <p:nvPr/>
        </p:nvSpPr>
        <p:spPr>
          <a:xfrm>
            <a:off x="20728236" y="3726732"/>
            <a:ext cx="670731" cy="299932"/>
          </a:xfrm>
          <a:prstGeom prst="rect">
            <a:avLst/>
          </a:prstGeom>
          <a:solidFill>
            <a:srgbClr val="14140F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128E3B2B-DE8A-3A27-1877-1D15D78DA060}"/>
              </a:ext>
            </a:extLst>
          </p:cNvPr>
          <p:cNvSpPr/>
          <p:nvPr/>
        </p:nvSpPr>
        <p:spPr>
          <a:xfrm>
            <a:off x="20558822" y="3714306"/>
            <a:ext cx="1009557" cy="335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500" i="1" dirty="0">
                <a:solidFill>
                  <a:schemeClr val="bg1">
                    <a:lumMod val="85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某对象</a:t>
            </a:r>
          </a:p>
        </p:txBody>
      </p:sp>
    </p:spTree>
    <p:extLst>
      <p:ext uri="{BB962C8B-B14F-4D97-AF65-F5344CB8AC3E}">
        <p14:creationId xmlns:p14="http://schemas.microsoft.com/office/powerpoint/2010/main" val="26770012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451201A-830C-BC9F-75BE-C5B4322871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矩形 24">
            <a:extLst>
              <a:ext uri="{FF2B5EF4-FFF2-40B4-BE49-F238E27FC236}">
                <a16:creationId xmlns:a16="http://schemas.microsoft.com/office/drawing/2014/main" id="{E880249E-0207-F69F-2D6B-7A99D5FBFA29}"/>
              </a:ext>
            </a:extLst>
          </p:cNvPr>
          <p:cNvSpPr/>
          <p:nvPr/>
        </p:nvSpPr>
        <p:spPr>
          <a:xfrm>
            <a:off x="0" y="0"/>
            <a:ext cx="25992138" cy="12204700"/>
          </a:xfrm>
          <a:prstGeom prst="rect">
            <a:avLst/>
          </a:prstGeom>
          <a:gradFill>
            <a:gsLst>
              <a:gs pos="75000">
                <a:srgbClr val="D8CA96"/>
              </a:gs>
              <a:gs pos="100000">
                <a:srgbClr val="F2E8A5">
                  <a:alpha val="50000"/>
                </a:srgbClr>
              </a:gs>
              <a:gs pos="42000">
                <a:srgbClr val="CBBB8E"/>
              </a:gs>
              <a:gs pos="0">
                <a:srgbClr val="F2E8A5">
                  <a:alpha val="50000"/>
                </a:srgbClr>
              </a:gs>
            </a:gsLst>
            <a:lin ang="2700000" scaled="0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ED9C563E-348F-BE4A-CAB5-FFA2038AD479}"/>
              </a:ext>
            </a:extLst>
          </p:cNvPr>
          <p:cNvSpPr/>
          <p:nvPr/>
        </p:nvSpPr>
        <p:spPr>
          <a:xfrm>
            <a:off x="9620520" y="1455312"/>
            <a:ext cx="6732670" cy="605307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7" name="图片 6" descr="电子设备&#10;&#10;描述已自动生成">
            <a:extLst>
              <a:ext uri="{FF2B5EF4-FFF2-40B4-BE49-F238E27FC236}">
                <a16:creationId xmlns:a16="http://schemas.microsoft.com/office/drawing/2014/main" id="{8BAAD3F1-ED34-86ED-FB02-88B961C169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6796" y="-3747763"/>
            <a:ext cx="6559693" cy="12829805"/>
          </a:xfrm>
          <a:prstGeom prst="rect">
            <a:avLst/>
          </a:prstGeom>
        </p:spPr>
      </p:pic>
      <p:pic>
        <p:nvPicPr>
          <p:cNvPr id="13" name="图片 12" descr="电子仪器&#10;&#10;描述已自动生成">
            <a:extLst>
              <a:ext uri="{FF2B5EF4-FFF2-40B4-BE49-F238E27FC236}">
                <a16:creationId xmlns:a16="http://schemas.microsoft.com/office/drawing/2014/main" id="{0075CB4F-D649-5884-CBC6-7B0F6DC934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6222" y="1715407"/>
            <a:ext cx="6559693" cy="12818942"/>
          </a:xfrm>
          <a:prstGeom prst="roundRect">
            <a:avLst>
              <a:gd name="adj" fmla="val 7243"/>
            </a:avLst>
          </a:prstGeom>
        </p:spPr>
      </p:pic>
      <p:pic>
        <p:nvPicPr>
          <p:cNvPr id="15" name="图片 14" descr="电子设备&#10;&#10;描述已自动生成">
            <a:extLst>
              <a:ext uri="{FF2B5EF4-FFF2-40B4-BE49-F238E27FC236}">
                <a16:creationId xmlns:a16="http://schemas.microsoft.com/office/drawing/2014/main" id="{FAFF907F-E9AF-3C19-EF10-A5C9F5D4463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441" t="1010" r="2166" b="1635"/>
          <a:stretch/>
        </p:blipFill>
        <p:spPr>
          <a:xfrm>
            <a:off x="18101232" y="-3747763"/>
            <a:ext cx="6595470" cy="12829805"/>
          </a:xfrm>
          <a:prstGeom prst="rect">
            <a:avLst/>
          </a:prstGeom>
        </p:spPr>
      </p:pic>
      <p:sp>
        <p:nvSpPr>
          <p:cNvPr id="16" name="矩形 15">
            <a:extLst>
              <a:ext uri="{FF2B5EF4-FFF2-40B4-BE49-F238E27FC236}">
                <a16:creationId xmlns:a16="http://schemas.microsoft.com/office/drawing/2014/main" id="{5F27B3F6-23E0-34DC-FC87-272C101E8ACC}"/>
              </a:ext>
            </a:extLst>
          </p:cNvPr>
          <p:cNvSpPr/>
          <p:nvPr/>
        </p:nvSpPr>
        <p:spPr>
          <a:xfrm>
            <a:off x="20797443" y="2194434"/>
            <a:ext cx="735646" cy="3358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600" dirty="0">
                <a:solidFill>
                  <a:schemeClr val="bg1">
                    <a:lumMod val="75000"/>
                  </a:schemeClr>
                </a:solidFill>
              </a:rPr>
              <a:t>对象</a:t>
            </a:r>
            <a:r>
              <a:rPr kumimoji="1" lang="en-US" altLang="zh-CN" sz="1600" dirty="0">
                <a:solidFill>
                  <a:schemeClr val="bg1">
                    <a:lumMod val="75000"/>
                  </a:schemeClr>
                </a:solidFill>
              </a:rPr>
              <a:t>X</a:t>
            </a:r>
            <a:endParaRPr kumimoji="1" lang="zh-CN" altLang="en-US" sz="1600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18" name="图片 17" descr="图片包含 矩形&#10;&#10;描述已自动生成">
            <a:extLst>
              <a:ext uri="{FF2B5EF4-FFF2-40B4-BE49-F238E27FC236}">
                <a16:creationId xmlns:a16="http://schemas.microsoft.com/office/drawing/2014/main" id="{25EF6048-45A5-1039-2DED-EA58AB69477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43430" y="-5633190"/>
            <a:ext cx="9555811" cy="15941741"/>
          </a:xfrm>
          <a:prstGeom prst="rect">
            <a:avLst/>
          </a:prstGeom>
        </p:spPr>
      </p:pic>
      <p:pic>
        <p:nvPicPr>
          <p:cNvPr id="19" name="图片 18" descr="图片包含 矩形&#10;&#10;描述已自动生成">
            <a:extLst>
              <a:ext uri="{FF2B5EF4-FFF2-40B4-BE49-F238E27FC236}">
                <a16:creationId xmlns:a16="http://schemas.microsoft.com/office/drawing/2014/main" id="{B51CEF11-9BE0-4084-F954-74E2EF57B95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21090" y="1060575"/>
            <a:ext cx="9555811" cy="15941741"/>
          </a:xfrm>
          <a:prstGeom prst="rect">
            <a:avLst/>
          </a:prstGeom>
        </p:spPr>
      </p:pic>
      <p:sp>
        <p:nvSpPr>
          <p:cNvPr id="22" name="矩形 21">
            <a:extLst>
              <a:ext uri="{FF2B5EF4-FFF2-40B4-BE49-F238E27FC236}">
                <a16:creationId xmlns:a16="http://schemas.microsoft.com/office/drawing/2014/main" id="{0D53CFFA-89F9-A95E-57C7-439926E685D4}"/>
              </a:ext>
            </a:extLst>
          </p:cNvPr>
          <p:cNvSpPr/>
          <p:nvPr/>
        </p:nvSpPr>
        <p:spPr>
          <a:xfrm>
            <a:off x="20711756" y="3708119"/>
            <a:ext cx="735646" cy="3358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600" dirty="0">
                <a:solidFill>
                  <a:schemeClr val="bg1">
                    <a:lumMod val="95000"/>
                  </a:schemeClr>
                </a:solidFill>
              </a:rPr>
              <a:t>对象</a:t>
            </a:r>
            <a:r>
              <a:rPr kumimoji="1" lang="en-US" altLang="zh-CN" sz="1600" dirty="0">
                <a:solidFill>
                  <a:schemeClr val="bg1">
                    <a:lumMod val="95000"/>
                  </a:schemeClr>
                </a:solidFill>
              </a:rPr>
              <a:t>X</a:t>
            </a:r>
            <a:endParaRPr kumimoji="1" lang="zh-CN" altLang="en-US" sz="1600" dirty="0">
              <a:solidFill>
                <a:schemeClr val="bg1">
                  <a:lumMod val="95000"/>
                </a:schemeClr>
              </a:solidFill>
            </a:endParaRPr>
          </a:p>
        </p:txBody>
      </p:sp>
      <p:pic>
        <p:nvPicPr>
          <p:cNvPr id="21" name="图片 20" descr="图片包含 矩形&#10;&#10;描述已自动生成">
            <a:extLst>
              <a:ext uri="{FF2B5EF4-FFF2-40B4-BE49-F238E27FC236}">
                <a16:creationId xmlns:a16="http://schemas.microsoft.com/office/drawing/2014/main" id="{0C7D4487-3309-9EBB-63CC-FFF4D38C24D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731173" y="-5633190"/>
            <a:ext cx="9555811" cy="159417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55755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主题​​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137</TotalTime>
  <Words>8</Words>
  <Application>Microsoft Macintosh PowerPoint</Application>
  <PresentationFormat>自定义</PresentationFormat>
  <Paragraphs>4</Paragraphs>
  <Slides>3</Slides>
  <Notes>0</Notes>
  <HiddenSlides>1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</vt:i4>
      </vt:variant>
    </vt:vector>
  </HeadingPairs>
  <TitlesOfParts>
    <vt:vector size="8" baseType="lpstr">
      <vt:lpstr>Microsoft YaHei</vt:lpstr>
      <vt:lpstr>Aptos</vt:lpstr>
      <vt:lpstr>Aptos Display</vt:lpstr>
      <vt:lpstr>Arial</vt:lpstr>
      <vt:lpstr>Office 主题​​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e34582</dc:creator>
  <cp:lastModifiedBy>e34582</cp:lastModifiedBy>
  <cp:revision>2</cp:revision>
  <dcterms:created xsi:type="dcterms:W3CDTF">2026-03-10T14:40:35Z</dcterms:created>
  <dcterms:modified xsi:type="dcterms:W3CDTF">2026-03-11T09:25:39Z</dcterms:modified>
</cp:coreProperties>
</file>